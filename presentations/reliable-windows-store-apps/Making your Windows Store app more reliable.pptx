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1" r:id="rId4"/>
    <p:sldMasterId id="2147484330" r:id="rId5"/>
    <p:sldMasterId id="2147484345" r:id="rId6"/>
    <p:sldMasterId id="2147484364" r:id="rId7"/>
    <p:sldMasterId id="2147484379" r:id="rId8"/>
  </p:sldMasterIdLst>
  <p:notesMasterIdLst>
    <p:notesMasterId r:id="rId40"/>
  </p:notesMasterIdLst>
  <p:handoutMasterIdLst>
    <p:handoutMasterId r:id="rId41"/>
  </p:handoutMasterIdLst>
  <p:sldIdLst>
    <p:sldId id="1117" r:id="rId9"/>
    <p:sldId id="1118" r:id="rId10"/>
    <p:sldId id="1119" r:id="rId11"/>
    <p:sldId id="1120" r:id="rId12"/>
    <p:sldId id="1121" r:id="rId13"/>
    <p:sldId id="1122" r:id="rId14"/>
    <p:sldId id="1123" r:id="rId15"/>
    <p:sldId id="1124" r:id="rId16"/>
    <p:sldId id="1125" r:id="rId17"/>
    <p:sldId id="1126" r:id="rId18"/>
    <p:sldId id="1127" r:id="rId19"/>
    <p:sldId id="1128" r:id="rId20"/>
    <p:sldId id="1129" r:id="rId21"/>
    <p:sldId id="1130" r:id="rId22"/>
    <p:sldId id="1132" r:id="rId23"/>
    <p:sldId id="1133" r:id="rId24"/>
    <p:sldId id="1134" r:id="rId25"/>
    <p:sldId id="1135" r:id="rId26"/>
    <p:sldId id="1136" r:id="rId27"/>
    <p:sldId id="1137" r:id="rId28"/>
    <p:sldId id="1138" r:id="rId29"/>
    <p:sldId id="1139" r:id="rId30"/>
    <p:sldId id="1140" r:id="rId31"/>
    <p:sldId id="1141" r:id="rId32"/>
    <p:sldId id="1142" r:id="rId33"/>
    <p:sldId id="1143" r:id="rId34"/>
    <p:sldId id="1144" r:id="rId35"/>
    <p:sldId id="1145" r:id="rId36"/>
    <p:sldId id="1146" r:id="rId37"/>
    <p:sldId id="1148" r:id="rId38"/>
    <p:sldId id="1147" r:id="rId39"/>
  </p:sldIdLst>
  <p:sldSz cx="12436475" cy="6994525"/>
  <p:notesSz cx="6858000" cy="9144000"/>
  <p:defaultTextStyle>
    <a:defPPr>
      <a:defRPr lang="en-US"/>
    </a:defPPr>
    <a:lvl1pPr marL="0" algn="l" defTabSz="932503" rtl="0" eaLnBrk="1" latinLnBrk="0" hangingPunct="1">
      <a:defRPr sz="1800" kern="1200">
        <a:solidFill>
          <a:schemeClr val="tx1"/>
        </a:solidFill>
        <a:latin typeface="+mn-lt"/>
        <a:ea typeface="+mn-ea"/>
        <a:cs typeface="+mn-cs"/>
      </a:defRPr>
    </a:lvl1pPr>
    <a:lvl2pPr marL="466252" algn="l" defTabSz="932503" rtl="0" eaLnBrk="1" latinLnBrk="0" hangingPunct="1">
      <a:defRPr sz="1800" kern="1200">
        <a:solidFill>
          <a:schemeClr val="tx1"/>
        </a:solidFill>
        <a:latin typeface="+mn-lt"/>
        <a:ea typeface="+mn-ea"/>
        <a:cs typeface="+mn-cs"/>
      </a:defRPr>
    </a:lvl2pPr>
    <a:lvl3pPr marL="932503" algn="l" defTabSz="932503" rtl="0" eaLnBrk="1" latinLnBrk="0" hangingPunct="1">
      <a:defRPr sz="1800" kern="1200">
        <a:solidFill>
          <a:schemeClr val="tx1"/>
        </a:solidFill>
        <a:latin typeface="+mn-lt"/>
        <a:ea typeface="+mn-ea"/>
        <a:cs typeface="+mn-cs"/>
      </a:defRPr>
    </a:lvl3pPr>
    <a:lvl4pPr marL="1398755" algn="l" defTabSz="932503" rtl="0" eaLnBrk="1" latinLnBrk="0" hangingPunct="1">
      <a:defRPr sz="1800" kern="1200">
        <a:solidFill>
          <a:schemeClr val="tx1"/>
        </a:solidFill>
        <a:latin typeface="+mn-lt"/>
        <a:ea typeface="+mn-ea"/>
        <a:cs typeface="+mn-cs"/>
      </a:defRPr>
    </a:lvl4pPr>
    <a:lvl5pPr marL="1865006" algn="l" defTabSz="932503" rtl="0" eaLnBrk="1" latinLnBrk="0" hangingPunct="1">
      <a:defRPr sz="1800" kern="1200">
        <a:solidFill>
          <a:schemeClr val="tx1"/>
        </a:solidFill>
        <a:latin typeface="+mn-lt"/>
        <a:ea typeface="+mn-ea"/>
        <a:cs typeface="+mn-cs"/>
      </a:defRPr>
    </a:lvl5pPr>
    <a:lvl6pPr marL="2331259" algn="l" defTabSz="932503" rtl="0" eaLnBrk="1" latinLnBrk="0" hangingPunct="1">
      <a:defRPr sz="1800" kern="1200">
        <a:solidFill>
          <a:schemeClr val="tx1"/>
        </a:solidFill>
        <a:latin typeface="+mn-lt"/>
        <a:ea typeface="+mn-ea"/>
        <a:cs typeface="+mn-cs"/>
      </a:defRPr>
    </a:lvl6pPr>
    <a:lvl7pPr marL="2797510" algn="l" defTabSz="932503" rtl="0" eaLnBrk="1" latinLnBrk="0" hangingPunct="1">
      <a:defRPr sz="1800" kern="1200">
        <a:solidFill>
          <a:schemeClr val="tx1"/>
        </a:solidFill>
        <a:latin typeface="+mn-lt"/>
        <a:ea typeface="+mn-ea"/>
        <a:cs typeface="+mn-cs"/>
      </a:defRPr>
    </a:lvl7pPr>
    <a:lvl8pPr marL="3263762" algn="l" defTabSz="932503" rtl="0" eaLnBrk="1" latinLnBrk="0" hangingPunct="1">
      <a:defRPr sz="1800" kern="1200">
        <a:solidFill>
          <a:schemeClr val="tx1"/>
        </a:solidFill>
        <a:latin typeface="+mn-lt"/>
        <a:ea typeface="+mn-ea"/>
        <a:cs typeface="+mn-cs"/>
      </a:defRPr>
    </a:lvl8pPr>
    <a:lvl9pPr marL="3730014" algn="l" defTabSz="932503"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to use this template" id="{E60AC486-1BAF-498A-9A57-7A5A1B7BADB5}">
          <p14:sldIdLst>
            <p14:sldId id="1117"/>
            <p14:sldId id="1118"/>
            <p14:sldId id="1119"/>
            <p14:sldId id="1120"/>
            <p14:sldId id="1121"/>
            <p14:sldId id="1122"/>
            <p14:sldId id="1123"/>
            <p14:sldId id="1124"/>
            <p14:sldId id="1125"/>
            <p14:sldId id="1126"/>
            <p14:sldId id="1127"/>
            <p14:sldId id="1128"/>
            <p14:sldId id="1129"/>
            <p14:sldId id="1130"/>
            <p14:sldId id="1132"/>
            <p14:sldId id="1133"/>
            <p14:sldId id="1134"/>
            <p14:sldId id="1135"/>
            <p14:sldId id="1136"/>
            <p14:sldId id="1137"/>
            <p14:sldId id="1138"/>
            <p14:sldId id="1139"/>
            <p14:sldId id="1140"/>
            <p14:sldId id="1141"/>
            <p14:sldId id="1142"/>
            <p14:sldId id="1143"/>
            <p14:sldId id="1144"/>
            <p14:sldId id="1145"/>
            <p14:sldId id="1146"/>
            <p14:sldId id="1148"/>
            <p14:sldId id="1147"/>
          </p14:sldIdLst>
        </p14:section>
      </p14:sectionLst>
    </p:ext>
    <p:ext uri="{EFAFB233-063F-42B5-8137-9DF3F51BA10A}">
      <p15:sldGuideLst xmlns:p15="http://schemas.microsoft.com/office/powerpoint/2012/main">
        <p15:guide id="1" orient="horz" pos="188">
          <p15:clr>
            <a:srgbClr val="A4A3A4"/>
          </p15:clr>
        </p15:guide>
        <p15:guide id="2" orient="horz" pos="763">
          <p15:clr>
            <a:srgbClr val="A4A3A4"/>
          </p15:clr>
        </p15:guide>
        <p15:guide id="3" orient="horz" pos="1339">
          <p15:clr>
            <a:srgbClr val="A4A3A4"/>
          </p15:clr>
        </p15:guide>
        <p15:guide id="4" orient="horz" pos="2491">
          <p15:clr>
            <a:srgbClr val="A4A3A4"/>
          </p15:clr>
        </p15:guide>
        <p15:guide id="5" orient="horz" pos="4218">
          <p15:clr>
            <a:srgbClr val="A4A3A4"/>
          </p15:clr>
        </p15:guide>
        <p15:guide id="6" orient="horz" pos="3643">
          <p15:clr>
            <a:srgbClr val="A4A3A4"/>
          </p15:clr>
        </p15:guide>
        <p15:guide id="7" orient="horz" pos="3067">
          <p15:clr>
            <a:srgbClr val="A4A3A4"/>
          </p15:clr>
        </p15:guide>
        <p15:guide id="8" orient="horz" pos="1915">
          <p15:clr>
            <a:srgbClr val="A4A3A4"/>
          </p15:clr>
        </p15:guide>
        <p15:guide id="9" orient="horz" pos="4392">
          <p15:clr>
            <a:srgbClr val="A4A3A4"/>
          </p15:clr>
        </p15:guide>
        <p15:guide id="10" pos="173">
          <p15:clr>
            <a:srgbClr val="A4A3A4"/>
          </p15:clr>
        </p15:guide>
        <p15:guide id="11" pos="1325">
          <p15:clr>
            <a:srgbClr val="A4A3A4"/>
          </p15:clr>
        </p15:guide>
        <p15:guide id="12" pos="7661">
          <p15:clr>
            <a:srgbClr val="A4A3A4"/>
          </p15:clr>
        </p15:guide>
        <p15:guide id="13" pos="749">
          <p15:clr>
            <a:srgbClr val="A4A3A4"/>
          </p15:clr>
        </p15:guide>
        <p15:guide id="14" pos="7085">
          <p15:clr>
            <a:srgbClr val="A4A3A4"/>
          </p15:clr>
        </p15:guide>
        <p15:guide id="15" pos="3629">
          <p15:clr>
            <a:srgbClr val="A4A3A4"/>
          </p15:clr>
        </p15:guide>
        <p15:guide id="16" pos="1901">
          <p15:clr>
            <a:srgbClr val="A4A3A4"/>
          </p15:clr>
        </p15:guide>
        <p15:guide id="17" pos="2477">
          <p15:clr>
            <a:srgbClr val="A4A3A4"/>
          </p15:clr>
        </p15:guide>
        <p15:guide id="18" pos="4205">
          <p15:clr>
            <a:srgbClr val="A4A3A4"/>
          </p15:clr>
        </p15:guide>
        <p15:guide id="19" pos="4781">
          <p15:clr>
            <a:srgbClr val="A4A3A4"/>
          </p15:clr>
        </p15:guide>
        <p15:guide id="20" pos="5357">
          <p15:clr>
            <a:srgbClr val="A4A3A4"/>
          </p15:clr>
        </p15:guide>
        <p15:guide id="21" pos="5933">
          <p15:clr>
            <a:srgbClr val="A4A3A4"/>
          </p15:clr>
        </p15:guide>
        <p15:guide id="22" pos="6509">
          <p15:clr>
            <a:srgbClr val="A4A3A4"/>
          </p15:clr>
        </p15:guide>
        <p15:guide id="23" pos="305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050"/>
    <a:srgbClr val="00BCF2"/>
    <a:srgbClr val="FFFFFF"/>
    <a:srgbClr val="000000"/>
    <a:srgbClr val="969696"/>
    <a:srgbClr val="002050"/>
    <a:srgbClr val="442359"/>
    <a:srgbClr val="333333"/>
    <a:srgbClr val="00FFFF"/>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22" autoAdjust="0"/>
    <p:restoredTop sz="90110" autoAdjust="0"/>
  </p:normalViewPr>
  <p:slideViewPr>
    <p:cSldViewPr>
      <p:cViewPr varScale="1">
        <p:scale>
          <a:sx n="91" d="100"/>
          <a:sy n="91" d="100"/>
        </p:scale>
        <p:origin x="1614" y="78"/>
      </p:cViewPr>
      <p:guideLst>
        <p:guide orient="horz" pos="188"/>
        <p:guide orient="horz" pos="763"/>
        <p:guide orient="horz" pos="1339"/>
        <p:guide orient="horz" pos="2491"/>
        <p:guide orient="horz" pos="4218"/>
        <p:guide orient="horz" pos="3643"/>
        <p:guide orient="horz" pos="3067"/>
        <p:guide orient="horz" pos="1915"/>
        <p:guide orient="horz" pos="4392"/>
        <p:guide pos="173"/>
        <p:guide pos="1325"/>
        <p:guide pos="7661"/>
        <p:guide pos="749"/>
        <p:guide pos="7085"/>
        <p:guide pos="3629"/>
        <p:guide pos="1901"/>
        <p:guide pos="2477"/>
        <p:guide pos="4205"/>
        <p:guide pos="4781"/>
        <p:guide pos="5357"/>
        <p:guide pos="5933"/>
        <p:guide pos="6509"/>
        <p:guide pos="3053"/>
      </p:guideLst>
    </p:cSldViewPr>
  </p:slideViewPr>
  <p:notesTextViewPr>
    <p:cViewPr>
      <p:scale>
        <a:sx n="100" d="100"/>
        <a:sy n="100" d="100"/>
      </p:scale>
      <p:origin x="0" y="0"/>
    </p:cViewPr>
  </p:notesTextViewPr>
  <p:sorterViewPr>
    <p:cViewPr>
      <p:scale>
        <a:sx n="50" d="100"/>
        <a:sy n="50" d="100"/>
      </p:scale>
      <p:origin x="0" y="0"/>
    </p:cViewPr>
  </p:sorterViewPr>
  <p:notesViewPr>
    <p:cSldViewPr showGuides="1">
      <p:cViewPr varScale="1">
        <p:scale>
          <a:sx n="95" d="100"/>
          <a:sy n="95" d="100"/>
        </p:scale>
        <p:origin x="-358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BCF2"/>
            </a:solidFill>
            <a:ln>
              <a:noFill/>
            </a:ln>
            <a:effectLst/>
          </c:spPr>
          <c:invertIfNegative val="0"/>
          <c:dPt>
            <c:idx val="0"/>
            <c:invertIfNegative val="0"/>
            <c:bubble3D val="0"/>
            <c:spPr>
              <a:solidFill>
                <a:schemeClr val="accent2"/>
              </a:solidFill>
              <a:ln>
                <a:noFill/>
              </a:ln>
              <a:effectLst/>
            </c:spPr>
          </c:dPt>
          <c:dPt>
            <c:idx val="1"/>
            <c:invertIfNegative val="0"/>
            <c:bubble3D val="0"/>
            <c:spPr>
              <a:solidFill>
                <a:schemeClr val="accent2"/>
              </a:solidFill>
              <a:ln>
                <a:noFill/>
              </a:ln>
              <a:effectLst/>
            </c:spPr>
          </c:dPt>
          <c:cat>
            <c:strRef>
              <c:f>Sheet1!$A$2:$A$6</c:f>
              <c:strCache>
                <c:ptCount val="5"/>
                <c:pt idx="0">
                  <c:v>Freezes</c:v>
                </c:pt>
                <c:pt idx="1">
                  <c:v>Crashes</c:v>
                </c:pt>
                <c:pt idx="2">
                  <c:v>Slow Responsiveness</c:v>
                </c:pt>
                <c:pt idx="3">
                  <c:v>Heavy Battery Usage</c:v>
                </c:pt>
                <c:pt idx="4">
                  <c:v>Too Many Ads</c:v>
                </c:pt>
              </c:strCache>
            </c:strRef>
          </c:cat>
          <c:val>
            <c:numRef>
              <c:f>Sheet1!$B$2:$B$6</c:f>
              <c:numCache>
                <c:formatCode>General</c:formatCode>
                <c:ptCount val="5"/>
                <c:pt idx="0">
                  <c:v>76</c:v>
                </c:pt>
                <c:pt idx="1">
                  <c:v>71</c:v>
                </c:pt>
                <c:pt idx="2">
                  <c:v>59</c:v>
                </c:pt>
                <c:pt idx="3">
                  <c:v>55</c:v>
                </c:pt>
                <c:pt idx="4">
                  <c:v>53</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Lst>
        </c:ser>
        <c:dLbls>
          <c:showLegendKey val="0"/>
          <c:showVal val="0"/>
          <c:showCatName val="0"/>
          <c:showSerName val="0"/>
          <c:showPercent val="0"/>
          <c:showBubbleSize val="0"/>
        </c:dLbls>
        <c:gapWidth val="219"/>
        <c:overlap val="-27"/>
        <c:axId val="2049316000"/>
        <c:axId val="2049317088"/>
      </c:barChart>
      <c:catAx>
        <c:axId val="20493160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049317088"/>
        <c:crosses val="autoZero"/>
        <c:auto val="1"/>
        <c:lblAlgn val="ctr"/>
        <c:lblOffset val="100"/>
        <c:noMultiLvlLbl val="0"/>
      </c:catAx>
      <c:valAx>
        <c:axId val="2049317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493160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Build 2012</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219B1A-AE41-483B-A766-69B9363DDA6A}" type="datetimeFigureOut">
              <a:rPr lang="en-US" smtClean="0">
                <a:latin typeface="Segoe UI" pitchFamily="34" charset="0"/>
              </a:rPr>
              <a:t>6/27/2013</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a:t>
            </a:r>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part </a:t>
            </a:r>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of Microsoft, and Microsoft cannot guarantee the accuracy of any information provided after the date of this presentation.  MICROSOFT MAKES NO WARRANTIES, EXPRESS, IMPLIED OR STATUTORY, AS TO THE INFORMATION IN THIS PRESENTATION</a:t>
            </a:r>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Build 2012</a:t>
            </a:r>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51B1278-D92B-4AF3-A9C1-71DD298190CE}" type="datetimeFigureOut">
              <a:rPr lang="en-US" smtClean="0"/>
              <a:pPr/>
              <a:t>6/27/2013</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503" rtl="0" eaLnBrk="1" latinLnBrk="0" hangingPunct="1">
      <a:lnSpc>
        <a:spcPct val="90000"/>
      </a:lnSpc>
      <a:spcAft>
        <a:spcPts val="340"/>
      </a:spcAft>
      <a:defRPr sz="1000" kern="1200">
        <a:solidFill>
          <a:schemeClr val="tx1"/>
        </a:solidFill>
        <a:latin typeface="Segoe UI Light" pitchFamily="34" charset="0"/>
        <a:ea typeface="+mn-ea"/>
        <a:cs typeface="+mn-cs"/>
      </a:defRPr>
    </a:lvl1pPr>
    <a:lvl2pPr marL="217206" indent="-107928" algn="l" defTabSz="932503" rtl="0" eaLnBrk="1" latinLnBrk="0" hangingPunct="1">
      <a:lnSpc>
        <a:spcPct val="90000"/>
      </a:lnSpc>
      <a:spcAft>
        <a:spcPts val="340"/>
      </a:spcAft>
      <a:buFont typeface="Arial" pitchFamily="34" charset="0"/>
      <a:buChar char="•"/>
      <a:defRPr sz="1000" kern="1200">
        <a:solidFill>
          <a:schemeClr val="tx1"/>
        </a:solidFill>
        <a:latin typeface="Segoe UI Light" pitchFamily="34" charset="0"/>
        <a:ea typeface="+mn-ea"/>
        <a:cs typeface="+mn-cs"/>
      </a:defRPr>
    </a:lvl2pPr>
    <a:lvl3pPr marL="334578" indent="-117373" algn="l" defTabSz="932503" rtl="0" eaLnBrk="1" latinLnBrk="0" hangingPunct="1">
      <a:lnSpc>
        <a:spcPct val="90000"/>
      </a:lnSpc>
      <a:spcAft>
        <a:spcPts val="340"/>
      </a:spcAft>
      <a:buFont typeface="Arial" pitchFamily="34" charset="0"/>
      <a:buChar char="•"/>
      <a:defRPr sz="1000" kern="1200">
        <a:solidFill>
          <a:schemeClr val="tx1"/>
        </a:solidFill>
        <a:latin typeface="Segoe UI Light" pitchFamily="34" charset="0"/>
        <a:ea typeface="+mn-ea"/>
        <a:cs typeface="+mn-cs"/>
      </a:defRPr>
    </a:lvl3pPr>
    <a:lvl4pPr marL="492423" indent="-149751" algn="l" defTabSz="932503" rtl="0" eaLnBrk="1" latinLnBrk="0" hangingPunct="1">
      <a:lnSpc>
        <a:spcPct val="90000"/>
      </a:lnSpc>
      <a:spcAft>
        <a:spcPts val="340"/>
      </a:spcAft>
      <a:buFont typeface="Arial" pitchFamily="34" charset="0"/>
      <a:buChar char="•"/>
      <a:defRPr sz="1000" kern="1200">
        <a:solidFill>
          <a:schemeClr val="tx1"/>
        </a:solidFill>
        <a:latin typeface="Segoe UI Light" pitchFamily="34" charset="0"/>
        <a:ea typeface="+mn-ea"/>
        <a:cs typeface="+mn-cs"/>
      </a:defRPr>
    </a:lvl4pPr>
    <a:lvl5pPr marL="627335" indent="-117373" algn="l" defTabSz="932503" rtl="0" eaLnBrk="1" latinLnBrk="0" hangingPunct="1">
      <a:lnSpc>
        <a:spcPct val="90000"/>
      </a:lnSpc>
      <a:spcAft>
        <a:spcPts val="340"/>
      </a:spcAft>
      <a:buFont typeface="Arial" pitchFamily="34" charset="0"/>
      <a:buChar char="•"/>
      <a:defRPr sz="1000" kern="1200">
        <a:solidFill>
          <a:schemeClr val="tx1"/>
        </a:solidFill>
        <a:latin typeface="Segoe UI Light" pitchFamily="34" charset="0"/>
        <a:ea typeface="+mn-ea"/>
        <a:cs typeface="+mn-cs"/>
      </a:defRPr>
    </a:lvl5pPr>
    <a:lvl6pPr marL="2331259" algn="l" defTabSz="932503" rtl="0" eaLnBrk="1" latinLnBrk="0" hangingPunct="1">
      <a:defRPr sz="1200" kern="1200">
        <a:solidFill>
          <a:schemeClr val="tx1"/>
        </a:solidFill>
        <a:latin typeface="+mn-lt"/>
        <a:ea typeface="+mn-ea"/>
        <a:cs typeface="+mn-cs"/>
      </a:defRPr>
    </a:lvl6pPr>
    <a:lvl7pPr marL="2797510" algn="l" defTabSz="932503" rtl="0" eaLnBrk="1" latinLnBrk="0" hangingPunct="1">
      <a:defRPr sz="1200" kern="1200">
        <a:solidFill>
          <a:schemeClr val="tx1"/>
        </a:solidFill>
        <a:latin typeface="+mn-lt"/>
        <a:ea typeface="+mn-ea"/>
        <a:cs typeface="+mn-cs"/>
      </a:defRPr>
    </a:lvl7pPr>
    <a:lvl8pPr marL="3263762" algn="l" defTabSz="932503" rtl="0" eaLnBrk="1" latinLnBrk="0" hangingPunct="1">
      <a:defRPr sz="1200" kern="1200">
        <a:solidFill>
          <a:schemeClr val="tx1"/>
        </a:solidFill>
        <a:latin typeface="+mn-lt"/>
        <a:ea typeface="+mn-ea"/>
        <a:cs typeface="+mn-cs"/>
      </a:defRPr>
    </a:lvl8pPr>
    <a:lvl9pPr marL="3730014" algn="l" defTabSz="93250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0AE6D20-C907-400C-9B31-A396E27ACC62}" type="datetime1">
              <a:rPr lang="en-US" smtClean="0">
                <a:solidFill>
                  <a:prstClr val="black"/>
                </a:solidFill>
              </a:rPr>
              <a:pPr/>
              <a:t>6/27/2013</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345606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33525" y="914400"/>
            <a:ext cx="8126413" cy="4572000"/>
          </a:xfrm>
        </p:spPr>
      </p:sp>
      <p:sp>
        <p:nvSpPr>
          <p:cNvPr id="3" name="Notes Placeholder 2"/>
          <p:cNvSpPr>
            <a:spLocks noGrp="1"/>
          </p:cNvSpPr>
          <p:nvPr>
            <p:ph type="body" idx="1"/>
          </p:nvPr>
        </p:nvSpPr>
        <p:spPr/>
        <p:txBody>
          <a:bodyPr>
            <a:normAutofit/>
          </a:bodyPr>
          <a:lstStyle/>
          <a:p>
            <a:endParaRPr lang="en-US" dirty="0"/>
          </a:p>
        </p:txBody>
      </p:sp>
      <p:sp>
        <p:nvSpPr>
          <p:cNvPr id="8" name="Date Placeholder 7"/>
          <p:cNvSpPr>
            <a:spLocks noGrp="1"/>
          </p:cNvSpPr>
          <p:nvPr>
            <p:ph type="dt" idx="14"/>
          </p:nvPr>
        </p:nvSpPr>
        <p:spPr/>
        <p:txBody>
          <a:bodyPr/>
          <a:lstStyle/>
          <a:p>
            <a:fld id="{3CC11E09-DF29-41C6-8284-8E6AA427DAE1}" type="datetime1">
              <a:rPr lang="en-US" smtClean="0">
                <a:solidFill>
                  <a:prstClr val="black"/>
                </a:solidFill>
              </a:rPr>
              <a:pPr/>
              <a:t>6/27/2013</a:t>
            </a:fld>
            <a:endParaRPr lang="en-US" dirty="0">
              <a:solidFill>
                <a:prstClr val="black"/>
              </a:solidFill>
            </a:endParaRPr>
          </a:p>
        </p:txBody>
      </p:sp>
      <p:sp>
        <p:nvSpPr>
          <p:cNvPr id="9" name="Header Placeholder 8"/>
          <p:cNvSpPr>
            <a:spLocks noGrp="1"/>
          </p:cNvSpPr>
          <p:nvPr>
            <p:ph type="hdr" sz="quarter" idx="15"/>
          </p:nvPr>
        </p:nvSpPr>
        <p:spPr/>
        <p:txBody>
          <a:bodyPr/>
          <a:lstStyle/>
          <a:p>
            <a:r>
              <a:rPr lang="en-US" dirty="0" smtClean="0">
                <a:solidFill>
                  <a:prstClr val="black"/>
                </a:solidFill>
              </a:rPr>
              <a:t>Windows Azure</a:t>
            </a:r>
            <a:endParaRPr lang="en-US" dirty="0">
              <a:solidFill>
                <a:prstClr val="black"/>
              </a:solidFill>
            </a:endParaRPr>
          </a:p>
        </p:txBody>
      </p:sp>
      <p:sp>
        <p:nvSpPr>
          <p:cNvPr id="10" name="Slide Number Placeholder 9"/>
          <p:cNvSpPr>
            <a:spLocks noGrp="1"/>
          </p:cNvSpPr>
          <p:nvPr>
            <p:ph type="sldNum" sz="quarter" idx="16"/>
          </p:nvPr>
        </p:nvSpPr>
        <p:spPr/>
        <p:txBody>
          <a:bodyPr/>
          <a:lstStyle/>
          <a:p>
            <a:fld id="{8B263312-38AA-4E1E-B2B5-0F8F122B24FE}" type="slidenum">
              <a:rPr lang="en-US" smtClean="0">
                <a:solidFill>
                  <a:prstClr val="black"/>
                </a:solidFill>
              </a:rPr>
              <a:pPr/>
              <a:t>2</a:t>
            </a:fld>
            <a:endParaRPr lang="en-US" dirty="0">
              <a:solidFill>
                <a:prstClr val="black"/>
              </a:solidFill>
            </a:endParaRPr>
          </a:p>
        </p:txBody>
      </p:sp>
      <p:sp>
        <p:nvSpPr>
          <p:cNvPr id="11" name="Footer Placeholder 10"/>
          <p:cNvSpPr>
            <a:spLocks noGrp="1"/>
          </p:cNvSpPr>
          <p:nvPr>
            <p:ph type="ftr" sz="quarter" idx="17"/>
          </p:nvPr>
        </p:nvSpPr>
        <p:spPr/>
        <p:txBody>
          <a:bodyPr/>
          <a:lstStyle/>
          <a:p>
            <a:r>
              <a:rPr lang="en-US" dirty="0" smtClean="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869238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4FFDB8D1-3F0C-430C-85BE-ED826D1638A1}" type="datetime1">
              <a:rPr lang="en-US" smtClean="0">
                <a:solidFill>
                  <a:prstClr val="black"/>
                </a:solidFill>
              </a:rPr>
              <a:pPr/>
              <a:t>6/27/2013</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1202862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r>
              <a:rPr lang="en-US" dirty="0" smtClean="0">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99DA11F-FBB8-4A8F-9393-4A207CC5EE82}" type="datetime1">
              <a:rPr lang="en-US" smtClean="0">
                <a:solidFill>
                  <a:prstClr val="black"/>
                </a:solidFill>
              </a:rPr>
              <a:pPr/>
              <a:t>6/27/2013</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1986140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r>
              <a:rPr lang="en-US" dirty="0" smtClean="0">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99DA11F-FBB8-4A8F-9393-4A207CC5EE82}" type="datetime1">
              <a:rPr lang="en-US" smtClean="0">
                <a:solidFill>
                  <a:prstClr val="black"/>
                </a:solidFill>
              </a:rPr>
              <a:pPr/>
              <a:t>6/27/2013</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2100134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r>
              <a:rPr lang="en-US" dirty="0" smtClean="0">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99DA11F-FBB8-4A8F-9393-4A207CC5EE82}" type="datetime1">
              <a:rPr lang="en-US" smtClean="0">
                <a:solidFill>
                  <a:prstClr val="black"/>
                </a:solidFill>
              </a:rPr>
              <a:pPr/>
              <a:t>6/27/2013</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2217540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smtClean="0">
                <a:solidFill>
                  <a:prstClr val="black"/>
                </a:solidFill>
              </a:rPr>
              <a:t>Build 2012</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5B9FCAA-9566-400C-BA2B-04BABC59D5B5}" type="datetime1">
              <a:rPr lang="en-US" smtClean="0">
                <a:solidFill>
                  <a:prstClr val="black"/>
                </a:solidFill>
              </a:rPr>
              <a:pPr/>
              <a:t>6/27/2013</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3837228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gradFill>
                <a:gsLst>
                  <a:gs pos="1250">
                    <a:prstClr val="black"/>
                  </a:gs>
                  <a:gs pos="100000">
                    <a:prstClr val="black"/>
                  </a:gs>
                </a:gsLst>
                <a:lin ang="5400000" scaled="0"/>
              </a:gra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2DFDA5C7-BBAE-481E-8BF7-731156A2E2C1}" type="datetime8">
              <a:rPr lang="en-US" smtClean="0">
                <a:solidFill>
                  <a:prstClr val="black"/>
                </a:solidFill>
              </a:rPr>
              <a:pPr/>
              <a:t>6/27/2013 2:49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2446448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Color  2">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274638" y="5783263"/>
            <a:ext cx="11887200" cy="914400"/>
          </a:xfrm>
        </p:spPr>
        <p:txBody>
          <a:bodyPr lIns="0" tIns="0" rIns="0" bIns="0" anchor="b">
            <a:noAutofit/>
          </a:bodyPr>
          <a:lstStyle>
            <a:lvl1pPr>
              <a:defRPr sz="2000" baseline="0">
                <a:latin typeface="+mn-lt"/>
              </a:defRPr>
            </a:lvl1pPr>
          </a:lstStyle>
          <a:p>
            <a:pPr lvl="0"/>
            <a:r>
              <a:rPr lang="en-US" smtClean="0"/>
              <a:t>Click to edit Master text styles</a:t>
            </a:r>
          </a:p>
        </p:txBody>
      </p:sp>
      <p:sp>
        <p:nvSpPr>
          <p:cNvPr id="2" name="Title 1"/>
          <p:cNvSpPr>
            <a:spLocks noGrp="1"/>
          </p:cNvSpPr>
          <p:nvPr>
            <p:ph type="title" hasCustomPrompt="1"/>
          </p:nvPr>
        </p:nvSpPr>
        <p:spPr>
          <a:xfrm>
            <a:off x="274638" y="3040856"/>
            <a:ext cx="11887199" cy="912813"/>
          </a:xfrm>
        </p:spPr>
        <p:txBody>
          <a:bodyPr lIns="0" tIns="0" rIns="0" bIns="0"/>
          <a:lstStyle>
            <a:lvl1pPr>
              <a:defRPr sz="5400"/>
            </a:lvl1pPr>
          </a:lstStyle>
          <a:p>
            <a:r>
              <a:rPr lang="en-US" dirty="0" smtClean="0"/>
              <a:t>Click to edit master title style</a:t>
            </a:r>
            <a:endParaRPr lang="en-US" dirty="0"/>
          </a:p>
        </p:txBody>
      </p:sp>
    </p:spTree>
    <p:extLst>
      <p:ext uri="{BB962C8B-B14F-4D97-AF65-F5344CB8AC3E}">
        <p14:creationId xmlns:p14="http://schemas.microsoft.com/office/powerpoint/2010/main" val="2304873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Content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
        <p:nvSpPr>
          <p:cNvPr id="5" name="Text Placeholder 4"/>
          <p:cNvSpPr>
            <a:spLocks noGrp="1"/>
          </p:cNvSpPr>
          <p:nvPr>
            <p:ph type="body" sz="quarter" idx="10"/>
          </p:nvPr>
        </p:nvSpPr>
        <p:spPr>
          <a:xfrm>
            <a:off x="274638" y="1668463"/>
            <a:ext cx="11887200" cy="5027612"/>
          </a:xfrm>
        </p:spPr>
        <p:txBody>
          <a:bodyPr lIns="0" tIns="0" rIns="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24512250"/>
      </p:ext>
    </p:extLst>
  </p:cSld>
  <p:clrMapOvr>
    <a:masterClrMapping/>
  </p:clrMapOvr>
  <p:extLst>
    <p:ext uri="{DCECCB84-F9BA-43D5-87BE-67443E8EF086}">
      <p15:sldGuideLst xmlns:p15="http://schemas.microsoft.com/office/powerpoint/2012/main">
        <p15:guide id="1" orient="horz" pos="1051" userDrawn="1">
          <p15:clr>
            <a:srgbClr val="FBAE40"/>
          </p15:clr>
        </p15:guide>
        <p15:guide id="2" pos="391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Content 2">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475038" y="1668482"/>
            <a:ext cx="8686801" cy="5029181"/>
          </a:xfrm>
        </p:spPr>
        <p:txBody>
          <a:bodyPr lIns="0" tIns="0" rIns="0" bIns="0">
            <a:noAutofit/>
          </a:bodyPr>
          <a:lstStyle>
            <a:lvl1pPr>
              <a:defRPr sz="36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274638" y="1668482"/>
            <a:ext cx="2743200" cy="5029181"/>
          </a:xfrm>
        </p:spPr>
        <p:txBody>
          <a:bodyPr lIns="0" tIns="0" rIns="0" bIns="0">
            <a:noAutofit/>
          </a:bodyPr>
          <a:lstStyle>
            <a:lvl1pPr algn="l" defTabSz="914166" rtl="0" eaLnBrk="1" latinLnBrk="0" hangingPunct="1">
              <a:spcBef>
                <a:spcPct val="0"/>
              </a:spcBef>
              <a:buNone/>
              <a:defRPr lang="en-US" sz="2400" kern="1200" dirty="0" smtClean="0">
                <a:gradFill>
                  <a:gsLst>
                    <a:gs pos="0">
                      <a:schemeClr val="tx1"/>
                    </a:gs>
                    <a:gs pos="100000">
                      <a:schemeClr val="tx1"/>
                    </a:gs>
                  </a:gsLst>
                  <a:lin ang="5400000" scaled="0"/>
                </a:gradFill>
                <a:latin typeface="+mn-lt"/>
                <a:ea typeface="+mj-ea"/>
                <a:cs typeface="+mj-cs"/>
              </a:defRPr>
            </a:lvl1pPr>
            <a:lvl2pPr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2pPr>
            <a:lvl3pPr marL="228541"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3pPr>
            <a:lvl4pPr marL="457082"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4pPr>
            <a:lvl5pPr marL="739586" indent="0" algn="l" defTabSz="914166" rtl="0" eaLnBrk="1" latinLnBrk="0" hangingPunct="1">
              <a:spcBef>
                <a:spcPct val="0"/>
              </a:spcBef>
              <a:buNone/>
              <a:defRPr lang="en-US" sz="1600" kern="1200" dirty="0">
                <a:gradFill>
                  <a:gsLst>
                    <a:gs pos="0">
                      <a:schemeClr val="tx1"/>
                    </a:gs>
                    <a:gs pos="100000">
                      <a:schemeClr val="tx1"/>
                    </a:gs>
                  </a:gsLst>
                  <a:lin ang="5400000" scaled="0"/>
                </a:gradFill>
                <a:latin typeface="+mn-lt"/>
                <a:ea typeface="+mj-ea"/>
                <a:cs typeface="+mj-cs"/>
              </a:defRPr>
            </a:lvl5pPr>
          </a:lstStyle>
          <a:p>
            <a:pPr lvl="0"/>
            <a:r>
              <a:rPr lang="en-US" smtClean="0"/>
              <a:t>Click to edit Master text styles</a:t>
            </a:r>
          </a:p>
        </p:txBody>
      </p:sp>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551697691"/>
      </p:ext>
    </p:extLst>
  </p:cSld>
  <p:clrMapOvr>
    <a:masterClrMapping/>
  </p:clrMapOvr>
  <p:extLst>
    <p:ext uri="{DCECCB84-F9BA-43D5-87BE-67443E8EF086}">
      <p15:sldGuideLst xmlns:p15="http://schemas.microsoft.com/office/powerpoint/2012/main">
        <p15:guide id="1" orient="horz" pos="1051" userDrawn="1">
          <p15:clr>
            <a:srgbClr val="FBAE40"/>
          </p15:clr>
        </p15:guide>
        <p15:guide id="2" pos="173" userDrawn="1">
          <p15:clr>
            <a:srgbClr val="FBAE40"/>
          </p15:clr>
        </p15:guide>
        <p15:guide id="3" pos="1901" userDrawn="1">
          <p15:clr>
            <a:srgbClr val="FBAE40"/>
          </p15:clr>
        </p15:guide>
        <p15:guide id="4" pos="2189" userDrawn="1">
          <p15:clr>
            <a:srgbClr val="FBAE40"/>
          </p15:clr>
        </p15:guide>
        <p15:guide id="5" orient="horz" pos="4219" userDrawn="1">
          <p15:clr>
            <a:srgbClr val="FBAE40"/>
          </p15:clr>
        </p15:guide>
        <p15:guide id="6" orient="horz" pos="763" userDrawn="1">
          <p15:clr>
            <a:srgbClr val="FBAE40"/>
          </p15:clr>
        </p15:guide>
        <p15:guide id="7" orient="horz" pos="187" userDrawn="1">
          <p15:clr>
            <a:srgbClr val="FBAE40"/>
          </p15:clr>
        </p15:guide>
        <p15:guide id="8" pos="766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nly_Larg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189039" y="2125663"/>
            <a:ext cx="10058400" cy="912813"/>
          </a:xfrm>
        </p:spPr>
        <p:txBody>
          <a:bodyPr/>
          <a:lstStyle>
            <a:lvl1pPr>
              <a:defRPr sz="3600"/>
            </a:lvl1pPr>
          </a:lstStyle>
          <a:p>
            <a:r>
              <a:rPr lang="en-US" dirty="0" smtClean="0"/>
              <a:t>Click to edit master title style</a:t>
            </a:r>
            <a:endParaRPr lang="en-US" dirty="0"/>
          </a:p>
        </p:txBody>
      </p:sp>
    </p:spTree>
    <p:extLst>
      <p:ext uri="{BB962C8B-B14F-4D97-AF65-F5344CB8AC3E}">
        <p14:creationId xmlns:p14="http://schemas.microsoft.com/office/powerpoint/2010/main" val="795212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668482"/>
            <a:ext cx="2743200" cy="5027593"/>
          </a:xfrm>
        </p:spPr>
        <p:txBody>
          <a:bodyPr vert="horz" lIns="0" tIns="0" rIns="0" bIns="0" rtlCol="0">
            <a:noAutofit/>
          </a:bodyPr>
          <a:lstStyle>
            <a:lvl1pPr>
              <a:defRPr lang="en-US" sz="2400" dirty="0" smtClean="0">
                <a:latin typeface="+mn-lt"/>
                <a:ea typeface="+mj-ea"/>
                <a:cs typeface="+mj-cs"/>
              </a:defRPr>
            </a:lvl1pPr>
          </a:lstStyle>
          <a:p>
            <a:pPr lvl="0">
              <a:spcBef>
                <a:spcPct val="0"/>
              </a:spcBef>
            </a:pPr>
            <a:r>
              <a:rPr lang="en-US" dirty="0" smtClean="0"/>
              <a:t>Click to edit Master text styles</a:t>
            </a:r>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1492397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0" tIns="0" rIns="0" bIns="0" anchor="ctr">
            <a:noAutofit/>
          </a:bodyPr>
          <a:lstStyle>
            <a:lvl1pPr>
              <a:lnSpc>
                <a:spcPct val="95000"/>
              </a:lnSpc>
              <a:spcBef>
                <a:spcPts val="0"/>
              </a:spcBef>
              <a:spcAft>
                <a:spcPts val="1632"/>
              </a:spcAft>
              <a:defRPr lang="en-US" sz="3600" kern="1200" dirty="0" smtClean="0">
                <a:gradFill>
                  <a:gsLst>
                    <a:gs pos="0">
                      <a:schemeClr val="tx1"/>
                    </a:gs>
                    <a:gs pos="100000">
                      <a:schemeClr val="tx1"/>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969696">
              <a:alpha val="80000"/>
            </a:srgbClr>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1514658688"/>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0" tIns="0" rIns="0" bIns="0" rtlCol="0" anchor="t">
            <a:noAutofit/>
          </a:bodyPr>
          <a:lstStyle>
            <a:lvl1pPr>
              <a:defRPr lang="en-US" sz="4800" dirty="0" smtClean="0">
                <a:ea typeface="+mj-ea"/>
                <a:cs typeface="+mj-cs"/>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969696">
              <a:alpha val="80000"/>
            </a:srgbClr>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1161544685"/>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1"/>
          <a:lstStyle/>
          <a:p>
            <a:r>
              <a:rPr lang="en-US" smtClean="0"/>
              <a:t>Click icon to add picture</a:t>
            </a:r>
            <a:endParaRPr lang="en-US" dirty="0"/>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1667604029"/>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mp; Content_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bIns="0"/>
          <a:lstStyle/>
          <a:p>
            <a:r>
              <a:rPr lang="en-US" dirty="0" smtClean="0"/>
              <a:t>Click to edit master title style</a:t>
            </a:r>
            <a:endParaRPr lang="en-US" dirty="0"/>
          </a:p>
        </p:txBody>
      </p:sp>
    </p:spTree>
    <p:extLst>
      <p:ext uri="{BB962C8B-B14F-4D97-AF65-F5344CB8AC3E}">
        <p14:creationId xmlns:p14="http://schemas.microsoft.com/office/powerpoint/2010/main" val="220051745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4312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92685944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49"/>
            <a:ext cx="11887200" cy="5150227"/>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4536943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49"/>
            <a:ext cx="11887200" cy="5483225"/>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938218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Logo on Background">
    <p:spTree>
      <p:nvGrpSpPr>
        <p:cNvPr id="1" name=""/>
        <p:cNvGrpSpPr/>
        <p:nvPr/>
      </p:nvGrpSpPr>
      <p:grpSpPr>
        <a:xfrm>
          <a:off x="0" y="0"/>
          <a:ext cx="0" cy="0"/>
          <a:chOff x="0" y="0"/>
          <a:chExt cx="0" cy="0"/>
        </a:xfrm>
      </p:grpSpPr>
      <p:sp>
        <p:nvSpPr>
          <p:cNvPr id="3" name="Text Box 3"/>
          <p:cNvSpPr txBox="1">
            <a:spLocks noChangeArrowheads="1"/>
          </p:cNvSpPr>
          <p:nvPr userDrawn="1"/>
        </p:nvSpPr>
        <p:spPr bwMode="blackWhite">
          <a:xfrm>
            <a:off x="120650" y="6316662"/>
            <a:ext cx="10745787" cy="618631"/>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rgbClr val="FFFFFF"/>
                    </a:gs>
                    <a:gs pos="100000">
                      <a:srgbClr val="FFFFFF"/>
                    </a:gs>
                  </a:gsLst>
                  <a:lin ang="5400000" scaled="0"/>
                </a:gradFill>
                <a:cs typeface="Segoe UI" pitchFamily="34" charset="0"/>
              </a:rPr>
              <a:t>© </a:t>
            </a:r>
            <a:r>
              <a:rPr lang="en-US" sz="700" dirty="0" smtClean="0">
                <a:gradFill>
                  <a:gsLst>
                    <a:gs pos="0">
                      <a:srgbClr val="FFFFFF"/>
                    </a:gs>
                    <a:gs pos="100000">
                      <a:srgbClr val="FFFFFF"/>
                    </a:gs>
                  </a:gsLst>
                  <a:lin ang="5400000" scaled="0"/>
                </a:gradFill>
                <a:cs typeface="Segoe UI" pitchFamily="34" charset="0"/>
              </a:rPr>
              <a:t>2013 </a:t>
            </a:r>
            <a:r>
              <a:rPr lang="en-US" sz="700" dirty="0">
                <a:gradFill>
                  <a:gsLst>
                    <a:gs pos="0">
                      <a:srgbClr val="FFFFFF"/>
                    </a:gs>
                    <a:gs pos="100000">
                      <a:srgbClr val="FFFFFF"/>
                    </a:gs>
                  </a:gsLst>
                  <a:lin ang="5400000" scaled="0"/>
                </a:gradFill>
                <a:cs typeface="Segoe UI" pitchFamily="34" charset="0"/>
              </a:rPr>
              <a:t>Microsoft Corporation. All rights reserved. Microsoft, Windows, Windows Vista and other product names are or may be registered trademarks and/or trademarks in the U.S. and/or other countries.</a:t>
            </a:r>
          </a:p>
          <a:p>
            <a:pPr defTabSz="932290" eaLnBrk="0" hangingPunct="0"/>
            <a:r>
              <a:rPr lang="en-US" sz="700"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03740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de Slide">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274638" y="1668462"/>
            <a:ext cx="11887200" cy="5029201"/>
          </a:xfrm>
        </p:spPr>
        <p:txBody>
          <a:bodyPr>
            <a:normAutofit/>
          </a:bodyPr>
          <a:lstStyle>
            <a:lvl1pPr>
              <a:spcAft>
                <a:spcPts val="816"/>
              </a:spcAft>
              <a:defRPr sz="2400">
                <a:latin typeface="Consolas" pitchFamily="49" charset="0"/>
                <a:cs typeface="Consolas" pitchFamily="49" charset="0"/>
              </a:defRPr>
            </a:lvl1pPr>
            <a:lvl2pPr>
              <a:spcAft>
                <a:spcPts val="816"/>
              </a:spcAft>
              <a:defRPr sz="2400">
                <a:latin typeface="Consolas" pitchFamily="49" charset="0"/>
                <a:cs typeface="Consolas" pitchFamily="49" charset="0"/>
              </a:defRPr>
            </a:lvl2pPr>
            <a:lvl3pPr>
              <a:spcAft>
                <a:spcPts val="816"/>
              </a:spcAft>
              <a:defRPr sz="2400">
                <a:latin typeface="Consolas" pitchFamily="49" charset="0"/>
                <a:cs typeface="Consolas" pitchFamily="49" charset="0"/>
              </a:defRPr>
            </a:lvl3pPr>
          </a:lstStyle>
          <a:p>
            <a:pPr lvl="0"/>
            <a:r>
              <a:rPr lang="en-US" dirty="0" smtClean="0"/>
              <a:t>Click to edit Master text styles</a:t>
            </a:r>
          </a:p>
          <a:p>
            <a:pPr lvl="1"/>
            <a:r>
              <a:rPr lang="en-US" dirty="0" smtClean="0"/>
              <a:t>Second level</a:t>
            </a:r>
          </a:p>
          <a:p>
            <a:pPr lvl="2"/>
            <a:r>
              <a:rPr lang="en-US" dirty="0" smtClean="0"/>
              <a:t>Third level</a:t>
            </a:r>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245288029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Walk-in">
    <p:spTree>
      <p:nvGrpSpPr>
        <p:cNvPr id="1" name=""/>
        <p:cNvGrpSpPr/>
        <p:nvPr/>
      </p:nvGrpSpPr>
      <p:grpSpPr>
        <a:xfrm>
          <a:off x="0" y="0"/>
          <a:ext cx="0" cy="0"/>
          <a:chOff x="0" y="0"/>
          <a:chExt cx="0" cy="0"/>
        </a:xfrm>
      </p:grpSpPr>
      <p:sp>
        <p:nvSpPr>
          <p:cNvPr id="7" name="Freeform 6"/>
          <p:cNvSpPr>
            <a:spLocks noEditPoints="1"/>
          </p:cNvSpPr>
          <p:nvPr userDrawn="1"/>
        </p:nvSpPr>
        <p:spPr bwMode="auto">
          <a:xfrm>
            <a:off x="2137568" y="2473325"/>
            <a:ext cx="8161338" cy="2047875"/>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23401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74638" y="3040063"/>
            <a:ext cx="11887200" cy="914400"/>
          </a:xfrm>
        </p:spPr>
        <p:txBody>
          <a:bodyPr lIns="182880" tIns="146304" rIns="182880" bIns="146304" anchor="ctr">
            <a:noAutofit/>
          </a:bodyPr>
          <a:lstStyle>
            <a:lvl1pPr>
              <a:lnSpc>
                <a:spcPct val="90000"/>
              </a:lnSpc>
              <a:defRPr sz="6600" spc="0" baseline="0">
                <a:gradFill>
                  <a:gsLst>
                    <a:gs pos="0">
                      <a:srgbClr val="FFFFFF"/>
                    </a:gs>
                    <a:gs pos="100000">
                      <a:srgbClr val="FFFFFF"/>
                    </a:gs>
                  </a:gsLst>
                  <a:lin ang="5400000" scaled="0"/>
                </a:gradFill>
                <a:latin typeface="Segoe UI Light" pitchFamily="34" charset="0"/>
                <a:cs typeface="Segoe UI Light"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274640" y="5783263"/>
            <a:ext cx="7315199" cy="914400"/>
          </a:xfrm>
        </p:spPr>
        <p:txBody>
          <a:bodyPr lIns="182880" tIns="146304" rIns="182880" bIns="146304" anchor="b">
            <a:noAutofit/>
          </a:bodyPr>
          <a:lstStyle>
            <a:lvl1pPr marL="0" indent="0" algn="l">
              <a:lnSpc>
                <a:spcPct val="90000"/>
              </a:lnSpc>
              <a:spcBef>
                <a:spcPts val="0"/>
              </a:spcBef>
              <a:buNone/>
              <a:defRPr sz="2800" b="0" spc="-52" baseline="0">
                <a:gradFill>
                  <a:gsLst>
                    <a:gs pos="0">
                      <a:srgbClr val="FFFFFF"/>
                    </a:gs>
                    <a:gs pos="100000">
                      <a:srgbClr val="FFFFFF"/>
                    </a:gs>
                  </a:gsLst>
                  <a:lin ang="5400000" scaled="0"/>
                </a:gradFill>
                <a:latin typeface="+mn-lt"/>
                <a:cs typeface="Segoe UI" pitchFamily="34" charset="0"/>
              </a:defRPr>
            </a:lvl1pPr>
            <a:lvl2pPr marL="466207" indent="0" algn="ctr">
              <a:buNone/>
              <a:defRPr>
                <a:solidFill>
                  <a:schemeClr val="tx1">
                    <a:tint val="75000"/>
                  </a:schemeClr>
                </a:solidFill>
              </a:defRPr>
            </a:lvl2pPr>
            <a:lvl3pPr marL="932411" indent="0" algn="ctr">
              <a:buNone/>
              <a:defRPr>
                <a:solidFill>
                  <a:schemeClr val="tx1">
                    <a:tint val="75000"/>
                  </a:schemeClr>
                </a:solidFill>
              </a:defRPr>
            </a:lvl3pPr>
            <a:lvl4pPr marL="1398619" indent="0" algn="ctr">
              <a:buNone/>
              <a:defRPr>
                <a:solidFill>
                  <a:schemeClr val="tx1">
                    <a:tint val="75000"/>
                  </a:schemeClr>
                </a:solidFill>
              </a:defRPr>
            </a:lvl4pPr>
            <a:lvl5pPr marL="1864824" indent="0" algn="ctr">
              <a:buNone/>
              <a:defRPr>
                <a:solidFill>
                  <a:schemeClr val="tx1">
                    <a:tint val="75000"/>
                  </a:schemeClr>
                </a:solidFill>
              </a:defRPr>
            </a:lvl5pPr>
            <a:lvl6pPr marL="2331032" indent="0" algn="ctr">
              <a:buNone/>
              <a:defRPr>
                <a:solidFill>
                  <a:schemeClr val="tx1">
                    <a:tint val="75000"/>
                  </a:schemeClr>
                </a:solidFill>
              </a:defRPr>
            </a:lvl6pPr>
            <a:lvl7pPr marL="2797234" indent="0" algn="ctr">
              <a:buNone/>
              <a:defRPr>
                <a:solidFill>
                  <a:schemeClr val="tx1">
                    <a:tint val="75000"/>
                  </a:schemeClr>
                </a:solidFill>
              </a:defRPr>
            </a:lvl7pPr>
            <a:lvl8pPr marL="3263441" indent="0" algn="ctr">
              <a:buNone/>
              <a:defRPr>
                <a:solidFill>
                  <a:schemeClr val="tx1">
                    <a:tint val="75000"/>
                  </a:schemeClr>
                </a:solidFill>
              </a:defRPr>
            </a:lvl8pPr>
            <a:lvl9pPr marL="3729649" indent="0" algn="ctr">
              <a:buNone/>
              <a:defRPr>
                <a:solidFill>
                  <a:schemeClr val="tx1">
                    <a:tint val="75000"/>
                  </a:schemeClr>
                </a:solidFill>
              </a:defRPr>
            </a:lvl9pPr>
          </a:lstStyle>
          <a:p>
            <a:r>
              <a:rPr lang="en-US" dirty="0" smtClean="0"/>
              <a:t>Click to edit Master subtitle style</a:t>
            </a:r>
            <a:endParaRPr lang="en-US" dirty="0"/>
          </a:p>
        </p:txBody>
      </p:sp>
      <p:sp>
        <p:nvSpPr>
          <p:cNvPr id="7" name="Freeform 6"/>
          <p:cNvSpPr>
            <a:spLocks noChangeAspect="1" noEditPoints="1"/>
          </p:cNvSpPr>
          <p:nvPr userDrawn="1"/>
        </p:nvSpPr>
        <p:spPr bwMode="auto">
          <a:xfrm>
            <a:off x="10332993"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3283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274638" y="2125663"/>
            <a:ext cx="11887202" cy="912813"/>
          </a:xfrm>
        </p:spPr>
        <p:txBody>
          <a:bodyPr/>
          <a:lstStyle>
            <a:lvl1pPr>
              <a:defRPr sz="5400"/>
            </a:lvl1pPr>
          </a:lstStyle>
          <a:p>
            <a:r>
              <a:rPr lang="en-US" dirty="0" smtClean="0"/>
              <a:t>Click to edit master title style</a:t>
            </a:r>
            <a:endParaRPr lang="en-US" dirty="0"/>
          </a:p>
        </p:txBody>
      </p:sp>
    </p:spTree>
    <p:extLst>
      <p:ext uri="{BB962C8B-B14F-4D97-AF65-F5344CB8AC3E}">
        <p14:creationId xmlns:p14="http://schemas.microsoft.com/office/powerpoint/2010/main" val="3153241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_Color  2">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274638" y="5783263"/>
            <a:ext cx="11887200" cy="914400"/>
          </a:xfrm>
        </p:spPr>
        <p:txBody>
          <a:bodyPr lIns="0" tIns="0" rIns="0" bIns="0" anchor="b">
            <a:noAutofit/>
          </a:bodyPr>
          <a:lstStyle>
            <a:lvl1pPr>
              <a:defRPr sz="2000" baseline="0">
                <a:latin typeface="+mn-lt"/>
              </a:defRPr>
            </a:lvl1pPr>
          </a:lstStyle>
          <a:p>
            <a:pPr lvl="0"/>
            <a:r>
              <a:rPr lang="en-US" smtClean="0"/>
              <a:t>Click to edit Master text styles</a:t>
            </a:r>
          </a:p>
        </p:txBody>
      </p:sp>
      <p:sp>
        <p:nvSpPr>
          <p:cNvPr id="2" name="Title 1"/>
          <p:cNvSpPr>
            <a:spLocks noGrp="1"/>
          </p:cNvSpPr>
          <p:nvPr>
            <p:ph type="title" hasCustomPrompt="1"/>
          </p:nvPr>
        </p:nvSpPr>
        <p:spPr>
          <a:xfrm>
            <a:off x="274638" y="3040856"/>
            <a:ext cx="11887199" cy="912813"/>
          </a:xfrm>
        </p:spPr>
        <p:txBody>
          <a:bodyPr lIns="0" tIns="0" rIns="0" bIns="0"/>
          <a:lstStyle>
            <a:lvl1pPr>
              <a:defRPr sz="5400"/>
            </a:lvl1pPr>
          </a:lstStyle>
          <a:p>
            <a:r>
              <a:rPr lang="en-US" dirty="0" smtClean="0"/>
              <a:t>Click to edit master title style</a:t>
            </a:r>
            <a:endParaRPr lang="en-US" dirty="0"/>
          </a:p>
        </p:txBody>
      </p:sp>
    </p:spTree>
    <p:extLst>
      <p:ext uri="{BB962C8B-B14F-4D97-AF65-F5344CB8AC3E}">
        <p14:creationId xmlns:p14="http://schemas.microsoft.com/office/powerpoint/2010/main" val="17142052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Content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
        <p:nvSpPr>
          <p:cNvPr id="5" name="Text Placeholder 4"/>
          <p:cNvSpPr>
            <a:spLocks noGrp="1"/>
          </p:cNvSpPr>
          <p:nvPr>
            <p:ph type="body" sz="quarter" idx="10"/>
          </p:nvPr>
        </p:nvSpPr>
        <p:spPr>
          <a:xfrm>
            <a:off x="274638" y="1668463"/>
            <a:ext cx="11887200" cy="5027612"/>
          </a:xfrm>
        </p:spPr>
        <p:txBody>
          <a:bodyPr lIns="0" tIns="0" rIns="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4317547"/>
      </p:ext>
    </p:extLst>
  </p:cSld>
  <p:clrMapOvr>
    <a:masterClrMapping/>
  </p:clrMapOvr>
  <p:extLst>
    <p:ext uri="{DCECCB84-F9BA-43D5-87BE-67443E8EF086}">
      <p15:sldGuideLst xmlns:p15="http://schemas.microsoft.com/office/powerpoint/2012/main">
        <p15:guide id="1" orient="horz" pos="1051" userDrawn="1">
          <p15:clr>
            <a:srgbClr val="FBAE40"/>
          </p15:clr>
        </p15:guide>
        <p15:guide id="2" pos="391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mp; Content 2">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475038" y="1668482"/>
            <a:ext cx="8686801" cy="5029181"/>
          </a:xfrm>
        </p:spPr>
        <p:txBody>
          <a:bodyPr lIns="0" tIns="0" rIns="0" bIns="0">
            <a:noAutofit/>
          </a:bodyPr>
          <a:lstStyle>
            <a:lvl1pPr>
              <a:defRPr sz="36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274638" y="1668482"/>
            <a:ext cx="2743200" cy="5029181"/>
          </a:xfrm>
        </p:spPr>
        <p:txBody>
          <a:bodyPr lIns="0" tIns="0" rIns="0" bIns="0">
            <a:noAutofit/>
          </a:bodyPr>
          <a:lstStyle>
            <a:lvl1pPr algn="l" defTabSz="914166" rtl="0" eaLnBrk="1" latinLnBrk="0" hangingPunct="1">
              <a:spcBef>
                <a:spcPct val="0"/>
              </a:spcBef>
              <a:buNone/>
              <a:defRPr lang="en-US" sz="2400" kern="1200" dirty="0" smtClean="0">
                <a:gradFill>
                  <a:gsLst>
                    <a:gs pos="0">
                      <a:schemeClr val="tx1"/>
                    </a:gs>
                    <a:gs pos="100000">
                      <a:schemeClr val="tx1"/>
                    </a:gs>
                  </a:gsLst>
                  <a:lin ang="5400000" scaled="0"/>
                </a:gradFill>
                <a:latin typeface="+mn-lt"/>
                <a:ea typeface="+mj-ea"/>
                <a:cs typeface="+mj-cs"/>
              </a:defRPr>
            </a:lvl1pPr>
            <a:lvl2pPr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2pPr>
            <a:lvl3pPr marL="228541"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3pPr>
            <a:lvl4pPr marL="457082"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4pPr>
            <a:lvl5pPr marL="739586" indent="0" algn="l" defTabSz="914166" rtl="0" eaLnBrk="1" latinLnBrk="0" hangingPunct="1">
              <a:spcBef>
                <a:spcPct val="0"/>
              </a:spcBef>
              <a:buNone/>
              <a:defRPr lang="en-US" sz="1600" kern="1200" dirty="0">
                <a:gradFill>
                  <a:gsLst>
                    <a:gs pos="0">
                      <a:schemeClr val="tx1"/>
                    </a:gs>
                    <a:gs pos="100000">
                      <a:schemeClr val="tx1"/>
                    </a:gs>
                  </a:gsLst>
                  <a:lin ang="5400000" scaled="0"/>
                </a:gradFill>
                <a:latin typeface="+mn-lt"/>
                <a:ea typeface="+mj-ea"/>
                <a:cs typeface="+mj-cs"/>
              </a:defRPr>
            </a:lvl5pPr>
          </a:lstStyle>
          <a:p>
            <a:pPr lvl="0"/>
            <a:r>
              <a:rPr lang="en-US" smtClean="0"/>
              <a:t>Click to edit Master text styles</a:t>
            </a:r>
          </a:p>
        </p:txBody>
      </p:sp>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3797318831"/>
      </p:ext>
    </p:extLst>
  </p:cSld>
  <p:clrMapOvr>
    <a:masterClrMapping/>
  </p:clrMapOvr>
  <p:extLst>
    <p:ext uri="{DCECCB84-F9BA-43D5-87BE-67443E8EF086}">
      <p15:sldGuideLst xmlns:p15="http://schemas.microsoft.com/office/powerpoint/2012/main">
        <p15:guide id="1" orient="horz" pos="1051" userDrawn="1">
          <p15:clr>
            <a:srgbClr val="FBAE40"/>
          </p15:clr>
        </p15:guide>
        <p15:guide id="2" pos="173" userDrawn="1">
          <p15:clr>
            <a:srgbClr val="FBAE40"/>
          </p15:clr>
        </p15:guide>
        <p15:guide id="3" pos="1901" userDrawn="1">
          <p15:clr>
            <a:srgbClr val="FBAE40"/>
          </p15:clr>
        </p15:guide>
        <p15:guide id="4" pos="2189" userDrawn="1">
          <p15:clr>
            <a:srgbClr val="FBAE40"/>
          </p15:clr>
        </p15:guide>
        <p15:guide id="5" orient="horz" pos="4219" userDrawn="1">
          <p15:clr>
            <a:srgbClr val="FBAE40"/>
          </p15:clr>
        </p15:guide>
        <p15:guide id="6" orient="horz" pos="763" userDrawn="1">
          <p15:clr>
            <a:srgbClr val="FBAE40"/>
          </p15:clr>
        </p15:guide>
        <p15:guide id="7" orient="horz" pos="187" userDrawn="1">
          <p15:clr>
            <a:srgbClr val="FBAE40"/>
          </p15:clr>
        </p15:guide>
        <p15:guide id="8" pos="766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Only_Larg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189039" y="2125663"/>
            <a:ext cx="10058400" cy="912813"/>
          </a:xfrm>
        </p:spPr>
        <p:txBody>
          <a:bodyPr/>
          <a:lstStyle>
            <a:lvl1pPr>
              <a:defRPr sz="3600"/>
            </a:lvl1pPr>
          </a:lstStyle>
          <a:p>
            <a:r>
              <a:rPr lang="en-US" dirty="0" smtClean="0"/>
              <a:t>Click to edit master title style</a:t>
            </a:r>
            <a:endParaRPr lang="en-US" dirty="0"/>
          </a:p>
        </p:txBody>
      </p:sp>
    </p:spTree>
    <p:extLst>
      <p:ext uri="{BB962C8B-B14F-4D97-AF65-F5344CB8AC3E}">
        <p14:creationId xmlns:p14="http://schemas.microsoft.com/office/powerpoint/2010/main" val="865537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668482"/>
            <a:ext cx="2743200" cy="5027593"/>
          </a:xfrm>
        </p:spPr>
        <p:txBody>
          <a:bodyPr vert="horz" lIns="0" tIns="0" rIns="0" bIns="0" rtlCol="0">
            <a:noAutofit/>
          </a:bodyPr>
          <a:lstStyle>
            <a:lvl1pPr>
              <a:defRPr lang="en-US" sz="2400" dirty="0" smtClean="0">
                <a:latin typeface="+mn-lt"/>
                <a:ea typeface="+mj-ea"/>
                <a:cs typeface="+mj-cs"/>
              </a:defRPr>
            </a:lvl1pPr>
          </a:lstStyle>
          <a:p>
            <a:pPr lvl="0">
              <a:spcBef>
                <a:spcPct val="0"/>
              </a:spcBef>
            </a:pPr>
            <a:r>
              <a:rPr lang="en-US" smtClean="0"/>
              <a:t>Click to edit Master text styles</a:t>
            </a:r>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30687142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0" tIns="0" rIns="0" bIns="0" anchor="ctr">
            <a:noAutofit/>
          </a:bodyPr>
          <a:lstStyle>
            <a:lvl1pPr>
              <a:lnSpc>
                <a:spcPct val="95000"/>
              </a:lnSpc>
              <a:spcBef>
                <a:spcPts val="0"/>
              </a:spcBef>
              <a:spcAft>
                <a:spcPts val="1632"/>
              </a:spcAft>
              <a:defRPr lang="en-US" sz="3600" kern="1200" dirty="0" smtClean="0">
                <a:gradFill>
                  <a:gsLst>
                    <a:gs pos="0">
                      <a:schemeClr val="tx1"/>
                    </a:gs>
                    <a:gs pos="100000">
                      <a:schemeClr val="tx1"/>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00BCF2"/>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154227008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0" tIns="0" rIns="0" bIns="0" rtlCol="0" anchor="t">
            <a:noAutofit/>
          </a:bodyPr>
          <a:lstStyle>
            <a:lvl1pPr>
              <a:defRPr lang="en-US" sz="4800" dirty="0" smtClean="0">
                <a:ea typeface="+mj-ea"/>
                <a:cs typeface="+mj-cs"/>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00BCF2"/>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250072167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1"/>
          <a:lstStyle/>
          <a:p>
            <a:r>
              <a:rPr lang="en-US" smtClean="0"/>
              <a:t>Click icon to add picture</a:t>
            </a:r>
            <a:endParaRPr lang="en-US" dirty="0"/>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2146028043"/>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mp; Content_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bIns="0"/>
          <a:lstStyle/>
          <a:p>
            <a:r>
              <a:rPr lang="en-US" dirty="0" smtClean="0"/>
              <a:t>Click to edit master title style</a:t>
            </a:r>
            <a:endParaRPr lang="en-US" dirty="0"/>
          </a:p>
        </p:txBody>
      </p:sp>
      <p:sp>
        <p:nvSpPr>
          <p:cNvPr id="3" name="Content Placeholder 4"/>
          <p:cNvSpPr>
            <a:spLocks noGrp="1"/>
          </p:cNvSpPr>
          <p:nvPr>
            <p:ph sz="quarter" idx="14"/>
          </p:nvPr>
        </p:nvSpPr>
        <p:spPr>
          <a:xfrm>
            <a:off x="274638" y="1668462"/>
            <a:ext cx="11887200" cy="5029201"/>
          </a:xfrm>
        </p:spPr>
        <p:txBody>
          <a:bodyPr>
            <a:normAutofit/>
          </a:bodyPr>
          <a:lstStyle>
            <a:lvl1pPr>
              <a:spcAft>
                <a:spcPts val="816"/>
              </a:spcAft>
              <a:defRPr sz="2400">
                <a:latin typeface="Consolas" pitchFamily="49" charset="0"/>
                <a:cs typeface="Consolas" pitchFamily="49" charset="0"/>
              </a:defRPr>
            </a:lvl1pPr>
            <a:lvl2pPr>
              <a:spcAft>
                <a:spcPts val="816"/>
              </a:spcAft>
              <a:defRPr sz="2400">
                <a:latin typeface="Consolas" pitchFamily="49" charset="0"/>
                <a:cs typeface="Consolas" pitchFamily="49" charset="0"/>
              </a:defRPr>
            </a:lvl2pPr>
            <a:lvl3pPr>
              <a:spcAft>
                <a:spcPts val="816"/>
              </a:spcAft>
              <a:defRPr sz="2400">
                <a:latin typeface="Consolas" pitchFamily="49" charset="0"/>
                <a:cs typeface="Consolas" pitchFamily="49" charset="0"/>
              </a:defRPr>
            </a:lvl3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1378290409"/>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825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83001430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49"/>
            <a:ext cx="11887200" cy="5150227"/>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233956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49"/>
            <a:ext cx="11887200" cy="5483225"/>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9352948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_Color  2">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274638" y="5783263"/>
            <a:ext cx="11887200" cy="914400"/>
          </a:xfrm>
        </p:spPr>
        <p:txBody>
          <a:bodyPr lIns="0" tIns="0" rIns="0" bIns="0" anchor="b">
            <a:noAutofit/>
          </a:bodyPr>
          <a:lstStyle>
            <a:lvl1pPr>
              <a:defRPr sz="2000" baseline="0">
                <a:latin typeface="+mn-lt"/>
              </a:defRPr>
            </a:lvl1pPr>
          </a:lstStyle>
          <a:p>
            <a:pPr lvl="0"/>
            <a:r>
              <a:rPr lang="en-US" smtClean="0"/>
              <a:t>Click to edit Master text styles</a:t>
            </a:r>
          </a:p>
        </p:txBody>
      </p:sp>
      <p:sp>
        <p:nvSpPr>
          <p:cNvPr id="2" name="Title 1"/>
          <p:cNvSpPr>
            <a:spLocks noGrp="1"/>
          </p:cNvSpPr>
          <p:nvPr>
            <p:ph type="title" hasCustomPrompt="1"/>
          </p:nvPr>
        </p:nvSpPr>
        <p:spPr>
          <a:xfrm>
            <a:off x="274638" y="3040856"/>
            <a:ext cx="11887199" cy="912813"/>
          </a:xfrm>
        </p:spPr>
        <p:txBody>
          <a:bodyPr lIns="0" tIns="0" rIns="0" bIns="0"/>
          <a:lstStyle>
            <a:lvl1pPr>
              <a:defRPr sz="5400"/>
            </a:lvl1pPr>
          </a:lstStyle>
          <a:p>
            <a:r>
              <a:rPr lang="en-US" dirty="0" smtClean="0"/>
              <a:t>Click to edit master title style</a:t>
            </a:r>
            <a:endParaRPr lang="en-US" dirty="0"/>
          </a:p>
        </p:txBody>
      </p:sp>
    </p:spTree>
    <p:extLst>
      <p:ext uri="{BB962C8B-B14F-4D97-AF65-F5344CB8AC3E}">
        <p14:creationId xmlns:p14="http://schemas.microsoft.com/office/powerpoint/2010/main" val="30807130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Content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
        <p:nvSpPr>
          <p:cNvPr id="5" name="Text Placeholder 4"/>
          <p:cNvSpPr>
            <a:spLocks noGrp="1"/>
          </p:cNvSpPr>
          <p:nvPr>
            <p:ph type="body" sz="quarter" idx="10"/>
          </p:nvPr>
        </p:nvSpPr>
        <p:spPr>
          <a:xfrm>
            <a:off x="274638" y="1668463"/>
            <a:ext cx="11887200" cy="5027612"/>
          </a:xfrm>
        </p:spPr>
        <p:txBody>
          <a:bodyPr lIns="0" tIns="0" rIns="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7009020"/>
      </p:ext>
    </p:extLst>
  </p:cSld>
  <p:clrMapOvr>
    <a:masterClrMapping/>
  </p:clrMapOvr>
  <p:extLst>
    <p:ext uri="{DCECCB84-F9BA-43D5-87BE-67443E8EF086}">
      <p15:sldGuideLst xmlns:p15="http://schemas.microsoft.com/office/powerpoint/2012/main">
        <p15:guide id="1" orient="horz" pos="1051" userDrawn="1">
          <p15:clr>
            <a:srgbClr val="FBAE40"/>
          </p15:clr>
        </p15:guide>
        <p15:guide id="2" pos="391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Content 2">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475038" y="1668482"/>
            <a:ext cx="8686801" cy="5029181"/>
          </a:xfrm>
        </p:spPr>
        <p:txBody>
          <a:bodyPr lIns="0" tIns="0" rIns="0" bIns="0">
            <a:noAutofit/>
          </a:bodyPr>
          <a:lstStyle>
            <a:lvl1pPr>
              <a:defRPr sz="36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274638" y="1668482"/>
            <a:ext cx="2743200" cy="5029181"/>
          </a:xfrm>
        </p:spPr>
        <p:txBody>
          <a:bodyPr lIns="0" tIns="0" rIns="0" bIns="0">
            <a:noAutofit/>
          </a:bodyPr>
          <a:lstStyle>
            <a:lvl1pPr algn="l" defTabSz="914166" rtl="0" eaLnBrk="1" latinLnBrk="0" hangingPunct="1">
              <a:spcBef>
                <a:spcPct val="0"/>
              </a:spcBef>
              <a:buNone/>
              <a:defRPr lang="en-US" sz="2400" kern="1200" dirty="0" smtClean="0">
                <a:gradFill>
                  <a:gsLst>
                    <a:gs pos="0">
                      <a:schemeClr val="tx1"/>
                    </a:gs>
                    <a:gs pos="100000">
                      <a:schemeClr val="tx1"/>
                    </a:gs>
                  </a:gsLst>
                  <a:lin ang="5400000" scaled="0"/>
                </a:gradFill>
                <a:latin typeface="+mn-lt"/>
                <a:ea typeface="+mj-ea"/>
                <a:cs typeface="+mj-cs"/>
              </a:defRPr>
            </a:lvl1pPr>
            <a:lvl2pPr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2pPr>
            <a:lvl3pPr marL="228541"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3pPr>
            <a:lvl4pPr marL="457082"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4pPr>
            <a:lvl5pPr marL="739586" indent="0" algn="l" defTabSz="914166" rtl="0" eaLnBrk="1" latinLnBrk="0" hangingPunct="1">
              <a:spcBef>
                <a:spcPct val="0"/>
              </a:spcBef>
              <a:buNone/>
              <a:defRPr lang="en-US" sz="1600" kern="1200" dirty="0">
                <a:gradFill>
                  <a:gsLst>
                    <a:gs pos="0">
                      <a:schemeClr val="tx1"/>
                    </a:gs>
                    <a:gs pos="100000">
                      <a:schemeClr val="tx1"/>
                    </a:gs>
                  </a:gsLst>
                  <a:lin ang="5400000" scaled="0"/>
                </a:gradFill>
                <a:latin typeface="+mn-lt"/>
                <a:ea typeface="+mj-ea"/>
                <a:cs typeface="+mj-cs"/>
              </a:defRPr>
            </a:lvl5pPr>
          </a:lstStyle>
          <a:p>
            <a:pPr lvl="0"/>
            <a:r>
              <a:rPr lang="en-US" smtClean="0"/>
              <a:t>Click to edit Master text styles</a:t>
            </a:r>
          </a:p>
        </p:txBody>
      </p:sp>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3032846028"/>
      </p:ext>
    </p:extLst>
  </p:cSld>
  <p:clrMapOvr>
    <a:masterClrMapping/>
  </p:clrMapOvr>
  <p:extLst>
    <p:ext uri="{DCECCB84-F9BA-43D5-87BE-67443E8EF086}">
      <p15:sldGuideLst xmlns:p15="http://schemas.microsoft.com/office/powerpoint/2012/main">
        <p15:guide id="1" orient="horz" pos="1051" userDrawn="1">
          <p15:clr>
            <a:srgbClr val="FBAE40"/>
          </p15:clr>
        </p15:guide>
        <p15:guide id="2" pos="173" userDrawn="1">
          <p15:clr>
            <a:srgbClr val="FBAE40"/>
          </p15:clr>
        </p15:guide>
        <p15:guide id="3" pos="1901" userDrawn="1">
          <p15:clr>
            <a:srgbClr val="FBAE40"/>
          </p15:clr>
        </p15:guide>
        <p15:guide id="4" pos="2189" userDrawn="1">
          <p15:clr>
            <a:srgbClr val="FBAE40"/>
          </p15:clr>
        </p15:guide>
        <p15:guide id="5" orient="horz" pos="4219" userDrawn="1">
          <p15:clr>
            <a:srgbClr val="FBAE40"/>
          </p15:clr>
        </p15:guide>
        <p15:guide id="6" orient="horz" pos="763" userDrawn="1">
          <p15:clr>
            <a:srgbClr val="FBAE40"/>
          </p15:clr>
        </p15:guide>
        <p15:guide id="7" orient="horz" pos="187" userDrawn="1">
          <p15:clr>
            <a:srgbClr val="FBAE40"/>
          </p15:clr>
        </p15:guide>
        <p15:guide id="8" pos="7661"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Only_Larg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189039" y="2125663"/>
            <a:ext cx="10058400" cy="912813"/>
          </a:xfrm>
        </p:spPr>
        <p:txBody>
          <a:bodyPr/>
          <a:lstStyle>
            <a:lvl1pPr>
              <a:defRPr sz="3600"/>
            </a:lvl1pPr>
          </a:lstStyle>
          <a:p>
            <a:r>
              <a:rPr lang="en-US" dirty="0" smtClean="0"/>
              <a:t>Click to edit master title style</a:t>
            </a:r>
            <a:endParaRPr lang="en-US" dirty="0"/>
          </a:p>
        </p:txBody>
      </p:sp>
    </p:spTree>
    <p:extLst>
      <p:ext uri="{BB962C8B-B14F-4D97-AF65-F5344CB8AC3E}">
        <p14:creationId xmlns:p14="http://schemas.microsoft.com/office/powerpoint/2010/main" val="2034778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668482"/>
            <a:ext cx="2743200" cy="5027593"/>
          </a:xfrm>
        </p:spPr>
        <p:txBody>
          <a:bodyPr vert="horz" lIns="0" tIns="0" rIns="0" bIns="0" rtlCol="0">
            <a:noAutofit/>
          </a:bodyPr>
          <a:lstStyle>
            <a:lvl1pPr>
              <a:defRPr lang="en-US" sz="2400" dirty="0" smtClean="0">
                <a:latin typeface="+mn-lt"/>
                <a:ea typeface="+mj-ea"/>
                <a:cs typeface="+mj-cs"/>
              </a:defRPr>
            </a:lvl1pPr>
          </a:lstStyle>
          <a:p>
            <a:pPr lvl="0">
              <a:spcBef>
                <a:spcPct val="0"/>
              </a:spcBef>
            </a:pPr>
            <a:r>
              <a:rPr lang="en-US" smtClean="0"/>
              <a:t>Click to edit Master text styles</a:t>
            </a:r>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6960105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0" tIns="0" rIns="0" bIns="0" anchor="ctr">
            <a:noAutofit/>
          </a:bodyPr>
          <a:lstStyle>
            <a:lvl1pPr>
              <a:lnSpc>
                <a:spcPct val="95000"/>
              </a:lnSpc>
              <a:spcBef>
                <a:spcPts val="0"/>
              </a:spcBef>
              <a:spcAft>
                <a:spcPts val="1632"/>
              </a:spcAft>
              <a:defRPr lang="en-US" sz="3600" kern="1200" dirty="0" smtClean="0">
                <a:gradFill>
                  <a:gsLst>
                    <a:gs pos="0">
                      <a:schemeClr val="tx1"/>
                    </a:gs>
                    <a:gs pos="100000">
                      <a:schemeClr val="tx1"/>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969696">
              <a:alpha val="80000"/>
            </a:srgbClr>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3362484035"/>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0" tIns="0" rIns="0" bIns="0" rtlCol="0" anchor="t">
            <a:noAutofit/>
          </a:bodyPr>
          <a:lstStyle>
            <a:lvl1pPr>
              <a:defRPr lang="en-US" sz="4800" dirty="0" smtClean="0">
                <a:ea typeface="+mj-ea"/>
                <a:cs typeface="+mj-cs"/>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969696">
              <a:alpha val="80000"/>
            </a:srgbClr>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3181569682"/>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1"/>
          <a:lstStyle/>
          <a:p>
            <a:r>
              <a:rPr lang="en-US" smtClean="0"/>
              <a:t>Click icon to add picture</a:t>
            </a:r>
            <a:endParaRPr lang="en-US" dirty="0"/>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3052008757"/>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itle &amp; Content_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bIns="0"/>
          <a:lstStyle/>
          <a:p>
            <a:r>
              <a:rPr lang="en-US" dirty="0" smtClean="0"/>
              <a:t>Click to edit master title style</a:t>
            </a:r>
            <a:endParaRPr lang="en-US" dirty="0"/>
          </a:p>
        </p:txBody>
      </p:sp>
    </p:spTree>
    <p:extLst>
      <p:ext uri="{BB962C8B-B14F-4D97-AF65-F5344CB8AC3E}">
        <p14:creationId xmlns:p14="http://schemas.microsoft.com/office/powerpoint/2010/main" val="132791530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2" name="Freeform 1"/>
          <p:cNvSpPr>
            <a:spLocks noEditPoints="1"/>
          </p:cNvSpPr>
          <p:nvPr userDrawn="1"/>
        </p:nvSpPr>
        <p:spPr bwMode="auto">
          <a:xfrm>
            <a:off x="2137568" y="2473325"/>
            <a:ext cx="8161338" cy="2047875"/>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426059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55859031"/>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Logo on Background">
    <p:spTree>
      <p:nvGrpSpPr>
        <p:cNvPr id="1" name=""/>
        <p:cNvGrpSpPr/>
        <p:nvPr/>
      </p:nvGrpSpPr>
      <p:grpSpPr>
        <a:xfrm>
          <a:off x="0" y="0"/>
          <a:ext cx="0" cy="0"/>
          <a:chOff x="0" y="0"/>
          <a:chExt cx="0" cy="0"/>
        </a:xfrm>
      </p:grpSpPr>
      <p:sp>
        <p:nvSpPr>
          <p:cNvPr id="3" name="Text Box 3"/>
          <p:cNvSpPr txBox="1">
            <a:spLocks noChangeArrowheads="1"/>
          </p:cNvSpPr>
          <p:nvPr userDrawn="1"/>
        </p:nvSpPr>
        <p:spPr bwMode="blackWhite">
          <a:xfrm>
            <a:off x="273050" y="6079032"/>
            <a:ext cx="11888787" cy="618631"/>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rgbClr val="FFFFFF"/>
                    </a:gs>
                    <a:gs pos="100000">
                      <a:srgbClr val="FFFFFF"/>
                    </a:gs>
                  </a:gsLst>
                  <a:lin ang="5400000" scaled="0"/>
                </a:gradFill>
                <a:cs typeface="Segoe UI" pitchFamily="34" charset="0"/>
              </a:rPr>
              <a:t>© 2012 Microsoft Corporation. All rights reserved. Microsoft, Windows, Windows Vista and other product names are or may be registered trademarks and/or trademarks in the U.S. and/or other countries.</a:t>
            </a:r>
          </a:p>
          <a:p>
            <a:pPr defTabSz="932290" eaLnBrk="0" hangingPunct="0"/>
            <a:r>
              <a:rPr lang="en-US" sz="700"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6262675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_Color  2">
    <p:bg>
      <p:bgPr>
        <a:solidFill>
          <a:srgbClr val="505050"/>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274638" y="5783263"/>
            <a:ext cx="11887200" cy="914400"/>
          </a:xfrm>
        </p:spPr>
        <p:txBody>
          <a:bodyPr lIns="0" tIns="0" rIns="0" bIns="0" anchor="b">
            <a:noAutofit/>
          </a:bodyPr>
          <a:lstStyle>
            <a:lvl1pPr>
              <a:defRPr sz="2000" baseline="0">
                <a:latin typeface="+mn-lt"/>
              </a:defRPr>
            </a:lvl1pPr>
          </a:lstStyle>
          <a:p>
            <a:pPr lvl="0"/>
            <a:r>
              <a:rPr lang="en-US" smtClean="0"/>
              <a:t>Click to edit Master text styles</a:t>
            </a:r>
          </a:p>
        </p:txBody>
      </p:sp>
      <p:sp>
        <p:nvSpPr>
          <p:cNvPr id="2" name="Title 1"/>
          <p:cNvSpPr>
            <a:spLocks noGrp="1"/>
          </p:cNvSpPr>
          <p:nvPr>
            <p:ph type="title" hasCustomPrompt="1"/>
          </p:nvPr>
        </p:nvSpPr>
        <p:spPr>
          <a:xfrm>
            <a:off x="274638" y="3040856"/>
            <a:ext cx="11887199" cy="912813"/>
          </a:xfrm>
        </p:spPr>
        <p:txBody>
          <a:bodyPr lIns="0" tIns="0" rIns="0" bIns="0"/>
          <a:lstStyle>
            <a:lvl1pPr>
              <a:defRPr sz="5400"/>
            </a:lvl1pPr>
          </a:lstStyle>
          <a:p>
            <a:r>
              <a:rPr lang="en-US" dirty="0" smtClean="0"/>
              <a:t>Click to edit master title style</a:t>
            </a:r>
            <a:endParaRPr lang="en-US" dirty="0"/>
          </a:p>
        </p:txBody>
      </p:sp>
    </p:spTree>
    <p:extLst>
      <p:ext uri="{BB962C8B-B14F-4D97-AF65-F5344CB8AC3E}">
        <p14:creationId xmlns:p14="http://schemas.microsoft.com/office/powerpoint/2010/main" val="41436036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mp; Content Layout">
    <p:bg>
      <p:bgPr>
        <a:solidFill>
          <a:srgbClr val="505050"/>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
        <p:nvSpPr>
          <p:cNvPr id="5" name="Text Placeholder 4"/>
          <p:cNvSpPr>
            <a:spLocks noGrp="1"/>
          </p:cNvSpPr>
          <p:nvPr>
            <p:ph type="body" sz="quarter" idx="10"/>
          </p:nvPr>
        </p:nvSpPr>
        <p:spPr>
          <a:xfrm>
            <a:off x="274638" y="1668463"/>
            <a:ext cx="11887200" cy="5027612"/>
          </a:xfrm>
        </p:spPr>
        <p:txBody>
          <a:bodyPr lIns="0" tIns="0" rIns="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91754357"/>
      </p:ext>
    </p:extLst>
  </p:cSld>
  <p:clrMapOvr>
    <a:masterClrMapping/>
  </p:clrMapOvr>
  <p:extLst mod="1">
    <p:ext uri="{DCECCB84-F9BA-43D5-87BE-67443E8EF086}">
      <p15:sldGuideLst xmlns:p15="http://schemas.microsoft.com/office/powerpoint/2012/main">
        <p15:guide id="1" orient="horz" pos="1051" userDrawn="1">
          <p15:clr>
            <a:srgbClr val="FBAE40"/>
          </p15:clr>
        </p15:guide>
        <p15:guide id="2" pos="3917"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mp; Content 2">
    <p:bg>
      <p:bgPr>
        <a:solidFill>
          <a:srgbClr val="505050"/>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475038" y="1668482"/>
            <a:ext cx="8686801" cy="5029181"/>
          </a:xfrm>
        </p:spPr>
        <p:txBody>
          <a:bodyPr lIns="0" tIns="0" rIns="0" bIns="0">
            <a:noAutofit/>
          </a:bodyPr>
          <a:lstStyle>
            <a:lvl1pPr>
              <a:defRPr sz="36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274638" y="1668482"/>
            <a:ext cx="2743200" cy="5029181"/>
          </a:xfrm>
        </p:spPr>
        <p:txBody>
          <a:bodyPr lIns="0" tIns="0" rIns="0" bIns="0">
            <a:noAutofit/>
          </a:bodyPr>
          <a:lstStyle>
            <a:lvl1pPr algn="l" defTabSz="914166" rtl="0" eaLnBrk="1" latinLnBrk="0" hangingPunct="1">
              <a:spcBef>
                <a:spcPct val="0"/>
              </a:spcBef>
              <a:buNone/>
              <a:defRPr lang="en-US" sz="2400" kern="1200" dirty="0" smtClean="0">
                <a:gradFill>
                  <a:gsLst>
                    <a:gs pos="0">
                      <a:schemeClr val="tx1"/>
                    </a:gs>
                    <a:gs pos="100000">
                      <a:schemeClr val="tx1"/>
                    </a:gs>
                  </a:gsLst>
                  <a:lin ang="5400000" scaled="0"/>
                </a:gradFill>
                <a:latin typeface="+mn-lt"/>
                <a:ea typeface="+mj-ea"/>
                <a:cs typeface="+mj-cs"/>
              </a:defRPr>
            </a:lvl1pPr>
            <a:lvl2pPr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2pPr>
            <a:lvl3pPr marL="228541"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3pPr>
            <a:lvl4pPr marL="457082"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4pPr>
            <a:lvl5pPr marL="739586" indent="0" algn="l" defTabSz="914166" rtl="0" eaLnBrk="1" latinLnBrk="0" hangingPunct="1">
              <a:spcBef>
                <a:spcPct val="0"/>
              </a:spcBef>
              <a:buNone/>
              <a:defRPr lang="en-US" sz="1600" kern="1200" dirty="0">
                <a:gradFill>
                  <a:gsLst>
                    <a:gs pos="0">
                      <a:schemeClr val="tx1"/>
                    </a:gs>
                    <a:gs pos="100000">
                      <a:schemeClr val="tx1"/>
                    </a:gs>
                  </a:gsLst>
                  <a:lin ang="5400000" scaled="0"/>
                </a:gradFill>
                <a:latin typeface="+mn-lt"/>
                <a:ea typeface="+mj-ea"/>
                <a:cs typeface="+mj-cs"/>
              </a:defRPr>
            </a:lvl5pPr>
          </a:lstStyle>
          <a:p>
            <a:pPr lvl="0"/>
            <a:r>
              <a:rPr lang="en-US" smtClean="0"/>
              <a:t>Click to edit Master text styles</a:t>
            </a:r>
          </a:p>
        </p:txBody>
      </p:sp>
      <p:sp>
        <p:nvSpPr>
          <p:cNvPr id="3" name="Title 2"/>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1934615679"/>
      </p:ext>
    </p:extLst>
  </p:cSld>
  <p:clrMapOvr>
    <a:masterClrMapping/>
  </p:clrMapOvr>
  <p:extLst mod="1">
    <p:ext uri="{DCECCB84-F9BA-43D5-87BE-67443E8EF086}">
      <p15:sldGuideLst xmlns:p15="http://schemas.microsoft.com/office/powerpoint/2012/main">
        <p15:guide id="1" orient="horz" pos="1051" userDrawn="1">
          <p15:clr>
            <a:srgbClr val="FBAE40"/>
          </p15:clr>
        </p15:guide>
        <p15:guide id="2" pos="173" userDrawn="1">
          <p15:clr>
            <a:srgbClr val="FBAE40"/>
          </p15:clr>
        </p15:guide>
        <p15:guide id="3" pos="1901" userDrawn="1">
          <p15:clr>
            <a:srgbClr val="FBAE40"/>
          </p15:clr>
        </p15:guide>
        <p15:guide id="4" pos="2189" userDrawn="1">
          <p15:clr>
            <a:srgbClr val="FBAE40"/>
          </p15:clr>
        </p15:guide>
        <p15:guide id="5" orient="horz" pos="4219" userDrawn="1">
          <p15:clr>
            <a:srgbClr val="FBAE40"/>
          </p15:clr>
        </p15:guide>
        <p15:guide id="6" orient="horz" pos="763" userDrawn="1">
          <p15:clr>
            <a:srgbClr val="FBAE40"/>
          </p15:clr>
        </p15:guide>
        <p15:guide id="7" orient="horz" pos="187" userDrawn="1">
          <p15:clr>
            <a:srgbClr val="FBAE40"/>
          </p15:clr>
        </p15:guide>
        <p15:guide id="8" pos="7661"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Only_Large">
    <p:bg>
      <p:bgPr>
        <a:solidFill>
          <a:srgbClr val="505050"/>
        </a:solidFill>
        <a:effectLst/>
      </p:bgPr>
    </p:bg>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189039" y="2125663"/>
            <a:ext cx="10058400" cy="912813"/>
          </a:xfrm>
        </p:spPr>
        <p:txBody>
          <a:bodyPr/>
          <a:lstStyle>
            <a:lvl1pPr>
              <a:defRPr sz="3600"/>
            </a:lvl1pPr>
          </a:lstStyle>
          <a:p>
            <a:r>
              <a:rPr lang="en-US" dirty="0" smtClean="0"/>
              <a:t>Click to edit master title style</a:t>
            </a:r>
            <a:endParaRPr lang="en-US" dirty="0"/>
          </a:p>
        </p:txBody>
      </p:sp>
    </p:spTree>
    <p:extLst>
      <p:ext uri="{BB962C8B-B14F-4D97-AF65-F5344CB8AC3E}">
        <p14:creationId xmlns:p14="http://schemas.microsoft.com/office/powerpoint/2010/main" val="23202776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505050"/>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668482"/>
            <a:ext cx="2743200" cy="5027593"/>
          </a:xfrm>
        </p:spPr>
        <p:txBody>
          <a:bodyPr vert="horz" lIns="0" tIns="0" rIns="0" bIns="0" rtlCol="0">
            <a:noAutofit/>
          </a:bodyPr>
          <a:lstStyle>
            <a:lvl1pPr>
              <a:defRPr lang="en-US" sz="2400" dirty="0" smtClean="0">
                <a:latin typeface="+mn-lt"/>
                <a:ea typeface="+mj-ea"/>
                <a:cs typeface="+mj-cs"/>
              </a:defRPr>
            </a:lvl1pPr>
          </a:lstStyle>
          <a:p>
            <a:pPr lvl="0">
              <a:spcBef>
                <a:spcPct val="0"/>
              </a:spcBef>
            </a:pPr>
            <a:r>
              <a:rPr lang="en-US" smtClean="0"/>
              <a:t>Click to edit Master text styles</a:t>
            </a:r>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2494994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bg>
      <p:bgPr>
        <a:solidFill>
          <a:srgbClr val="505050"/>
        </a:solidFill>
        <a:effectLst/>
      </p:bgPr>
    </p:bg>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0" tIns="0" rIns="0" bIns="0" anchor="ctr">
            <a:noAutofit/>
          </a:bodyPr>
          <a:lstStyle>
            <a:lvl1pPr>
              <a:lnSpc>
                <a:spcPct val="95000"/>
              </a:lnSpc>
              <a:spcBef>
                <a:spcPts val="0"/>
              </a:spcBef>
              <a:spcAft>
                <a:spcPts val="1632"/>
              </a:spcAft>
              <a:defRPr lang="en-US" sz="3600" kern="1200" dirty="0" smtClean="0">
                <a:gradFill>
                  <a:gsLst>
                    <a:gs pos="0">
                      <a:schemeClr val="tx1"/>
                    </a:gs>
                    <a:gs pos="100000">
                      <a:schemeClr val="tx1"/>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00BCF2"/>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3148471211"/>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bg>
      <p:bgPr>
        <a:solidFill>
          <a:srgbClr val="505050"/>
        </a:solidFill>
        <a:effectLst/>
      </p:bgPr>
    </p:bg>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0" tIns="0" rIns="0" bIns="0" rtlCol="0" anchor="t">
            <a:noAutofit/>
          </a:bodyPr>
          <a:lstStyle>
            <a:lvl1pPr>
              <a:defRPr lang="en-US" sz="4800" dirty="0" smtClean="0">
                <a:ea typeface="+mj-ea"/>
                <a:cs typeface="+mj-cs"/>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rgbClr val="00BCF2"/>
          </a:solidFill>
          <a:ln>
            <a:noFill/>
          </a:ln>
          <a:extLst/>
        </p:spPr>
        <p:txBody>
          <a:bodyPr vert="horz" wrap="square" lIns="91440" tIns="0" rIns="91440" bIns="0"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884410811"/>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bg>
      <p:bgPr>
        <a:solidFill>
          <a:srgbClr val="505050"/>
        </a:solidFill>
        <a:effectLst/>
      </p:bgPr>
    </p:bg>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0" tIns="0" rIns="0" bIns="0" rtlCol="0" anchor="ctr">
            <a:noAutofit/>
          </a:bodyPr>
          <a:lstStyle>
            <a:lvl1pPr>
              <a:defRPr lang="en-US" sz="3600" kern="1200" dirty="0" smtClean="0">
                <a:gradFill>
                  <a:gsLst>
                    <a:gs pos="0">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1"/>
          <a:lstStyle/>
          <a:p>
            <a:r>
              <a:rPr lang="en-US" smtClean="0"/>
              <a:t>Click icon to add picture</a:t>
            </a:r>
            <a:endParaRPr lang="en-US" dirty="0"/>
          </a:p>
        </p:txBody>
      </p:sp>
      <p:sp>
        <p:nvSpPr>
          <p:cNvPr id="2" name="Title 1"/>
          <p:cNvSpPr>
            <a:spLocks noGrp="1"/>
          </p:cNvSpPr>
          <p:nvPr>
            <p:ph type="title" hasCustomPrompt="1"/>
          </p:nvPr>
        </p:nvSpPr>
        <p:spPr/>
        <p:txBody>
          <a:bodyPr lIns="0" tIns="0" rIns="0" bIns="0"/>
          <a:lstStyle/>
          <a:p>
            <a:r>
              <a:rPr lang="en-US" dirty="0" smtClean="0"/>
              <a:t>Click to edit master title style</a:t>
            </a:r>
            <a:endParaRPr lang="en-US" dirty="0"/>
          </a:p>
        </p:txBody>
      </p:sp>
    </p:spTree>
    <p:extLst>
      <p:ext uri="{BB962C8B-B14F-4D97-AF65-F5344CB8AC3E}">
        <p14:creationId xmlns:p14="http://schemas.microsoft.com/office/powerpoint/2010/main" val="138691339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userDrawn="1">
          <p15:clr>
            <a:srgbClr val="FBAE40"/>
          </p15:clr>
        </p15:guide>
        <p15:guide id="2" pos="3053"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amp; Content_with Subtitle">
    <p:bg>
      <p:bgPr>
        <a:solidFill>
          <a:srgbClr val="505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0" tIns="0" bIns="0"/>
          <a:lstStyle/>
          <a:p>
            <a:r>
              <a:rPr lang="en-US" dirty="0" smtClean="0"/>
              <a:t>Click to edit master title style</a:t>
            </a:r>
            <a:endParaRPr lang="en-US" dirty="0"/>
          </a:p>
        </p:txBody>
      </p:sp>
    </p:spTree>
    <p:extLst>
      <p:ext uri="{BB962C8B-B14F-4D97-AF65-F5344CB8AC3E}">
        <p14:creationId xmlns:p14="http://schemas.microsoft.com/office/powerpoint/2010/main" val="3823785898"/>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Layout">
    <p:bg>
      <p:bgPr>
        <a:solidFill>
          <a:srgbClr val="505050"/>
        </a:solidFill>
        <a:effectLst/>
      </p:bgPr>
    </p:bg>
    <p:spTree>
      <p:nvGrpSpPr>
        <p:cNvPr id="1" name=""/>
        <p:cNvGrpSpPr/>
        <p:nvPr/>
      </p:nvGrpSpPr>
      <p:grpSpPr>
        <a:xfrm>
          <a:off x="0" y="0"/>
          <a:ext cx="0" cy="0"/>
          <a:chOff x="0" y="0"/>
          <a:chExt cx="0" cy="0"/>
        </a:xfrm>
      </p:grpSpPr>
      <p:sp>
        <p:nvSpPr>
          <p:cNvPr id="2" name="Freeform 1"/>
          <p:cNvSpPr>
            <a:spLocks noEditPoints="1"/>
          </p:cNvSpPr>
          <p:nvPr userDrawn="1"/>
        </p:nvSpPr>
        <p:spPr bwMode="auto">
          <a:xfrm>
            <a:off x="2137568" y="2473325"/>
            <a:ext cx="8161338" cy="2047875"/>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727766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bg>
      <p:bgPr>
        <a:solidFill>
          <a:srgbClr val="505050"/>
        </a:solidFill>
        <a:effectLst/>
      </p:bgPr>
    </p:bg>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036186597"/>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Logo on Background">
    <p:bg>
      <p:bgPr>
        <a:solidFill>
          <a:srgbClr val="505050"/>
        </a:solidFill>
        <a:effectLst/>
      </p:bgPr>
    </p:bg>
    <p:spTree>
      <p:nvGrpSpPr>
        <p:cNvPr id="1" name=""/>
        <p:cNvGrpSpPr/>
        <p:nvPr/>
      </p:nvGrpSpPr>
      <p:grpSpPr>
        <a:xfrm>
          <a:off x="0" y="0"/>
          <a:ext cx="0" cy="0"/>
          <a:chOff x="0" y="0"/>
          <a:chExt cx="0" cy="0"/>
        </a:xfrm>
      </p:grpSpPr>
      <p:sp>
        <p:nvSpPr>
          <p:cNvPr id="3" name="Text Box 3"/>
          <p:cNvSpPr txBox="1">
            <a:spLocks noChangeArrowheads="1"/>
          </p:cNvSpPr>
          <p:nvPr userDrawn="1"/>
        </p:nvSpPr>
        <p:spPr bwMode="blackWhite">
          <a:xfrm>
            <a:off x="273050" y="6079032"/>
            <a:ext cx="11888787" cy="618631"/>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rgbClr val="FFFFFF"/>
                    </a:gs>
                    <a:gs pos="100000">
                      <a:srgbClr val="FFFFFF"/>
                    </a:gs>
                  </a:gsLst>
                  <a:lin ang="5400000" scaled="0"/>
                </a:gradFill>
                <a:cs typeface="Segoe UI" pitchFamily="34" charset="0"/>
              </a:rPr>
              <a:t>© 2012 Microsoft Corporation. All rights reserved. Microsoft, Windows, Windows Vista and other product names are or may be registered trademarks and/or trademarks in the U.S. and/or other countries.</a:t>
            </a:r>
          </a:p>
          <a:p>
            <a:pPr defTabSz="932290" eaLnBrk="0" hangingPunct="0"/>
            <a:r>
              <a:rPr lang="en-US" sz="700"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1157291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_Color  2">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274638" y="5783263"/>
            <a:ext cx="11887200" cy="914400"/>
          </a:xfrm>
        </p:spPr>
        <p:txBody>
          <a:bodyPr lIns="182880" tIns="146304" rIns="182880" bIns="146304" anchor="b">
            <a:noAutofit/>
          </a:bodyPr>
          <a:lstStyle>
            <a:lvl1pPr>
              <a:defRPr sz="2000" baseline="0">
                <a:latin typeface="+mn-lt"/>
              </a:defRPr>
            </a:lvl1pPr>
          </a:lstStyle>
          <a:p>
            <a:pPr lvl="0"/>
            <a:r>
              <a:rPr lang="en-US" smtClean="0"/>
              <a:t>Click to edit Master text styles</a:t>
            </a:r>
          </a:p>
        </p:txBody>
      </p:sp>
      <p:sp>
        <p:nvSpPr>
          <p:cNvPr id="2" name="Title 1"/>
          <p:cNvSpPr>
            <a:spLocks noGrp="1"/>
          </p:cNvSpPr>
          <p:nvPr>
            <p:ph type="title" hasCustomPrompt="1"/>
          </p:nvPr>
        </p:nvSpPr>
        <p:spPr>
          <a:xfrm>
            <a:off x="274638" y="3040856"/>
            <a:ext cx="11887199" cy="912813"/>
          </a:xfrm>
        </p:spPr>
        <p:txBody>
          <a:bodyPr lIns="182880" tIns="146304" rIns="182880" bIns="146304"/>
          <a:lstStyle>
            <a:lvl1pPr>
              <a:defRPr sz="5400"/>
            </a:lvl1pPr>
          </a:lstStyle>
          <a:p>
            <a:r>
              <a:rPr lang="en-US" dirty="0" smtClean="0"/>
              <a:t>Click to edit master title style</a:t>
            </a:r>
            <a:endParaRPr lang="en-US" dirty="0"/>
          </a:p>
        </p:txBody>
      </p:sp>
    </p:spTree>
    <p:extLst>
      <p:ext uri="{BB962C8B-B14F-4D97-AF65-F5344CB8AC3E}">
        <p14:creationId xmlns:p14="http://schemas.microsoft.com/office/powerpoint/2010/main" val="2646552463"/>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mp; Content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lIns="182880" tIns="146304" rIns="182880" bIns="146304"/>
          <a:lstStyle/>
          <a:p>
            <a:r>
              <a:rPr lang="en-US" dirty="0" smtClean="0"/>
              <a:t>Click to edit master title style</a:t>
            </a:r>
            <a:endParaRPr lang="en-US" dirty="0"/>
          </a:p>
        </p:txBody>
      </p:sp>
      <p:sp>
        <p:nvSpPr>
          <p:cNvPr id="5" name="Text Placeholder 4"/>
          <p:cNvSpPr>
            <a:spLocks noGrp="1"/>
          </p:cNvSpPr>
          <p:nvPr>
            <p:ph type="body" sz="quarter" idx="10"/>
          </p:nvPr>
        </p:nvSpPr>
        <p:spPr>
          <a:xfrm>
            <a:off x="274638" y="1668463"/>
            <a:ext cx="11887200" cy="5027612"/>
          </a:xfrm>
        </p:spPr>
        <p:txBody>
          <a:bodyPr lIns="182880" tIns="146304" rIns="182880" bIns="146304"/>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8896808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051">
          <p15:clr>
            <a:srgbClr val="FBAE40"/>
          </p15:clr>
        </p15:guide>
        <p15:guide id="2" pos="391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mp; Content 2">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475038" y="1668482"/>
            <a:ext cx="8686801" cy="5029181"/>
          </a:xfrm>
        </p:spPr>
        <p:txBody>
          <a:bodyPr lIns="182880" tIns="146304" rIns="182880" bIns="146304">
            <a:noAutofit/>
          </a:bodyPr>
          <a:lstStyle>
            <a:lvl1pPr>
              <a:defRPr sz="3600">
                <a:gradFill>
                  <a:gsLst>
                    <a:gs pos="100000">
                      <a:schemeClr val="tx1">
                        <a:lumMod val="75000"/>
                        <a:lumOff val="25000"/>
                      </a:schemeClr>
                    </a:gs>
                    <a:gs pos="0">
                      <a:schemeClr val="tx1">
                        <a:lumMod val="75000"/>
                        <a:lumOff val="25000"/>
                      </a:schemeClr>
                    </a:gs>
                  </a:gsLst>
                  <a:lin ang="5400000" scaled="0"/>
                </a:gradFill>
              </a:defRPr>
            </a:lvl1pPr>
            <a:lvl2pPr>
              <a:defRPr sz="2800">
                <a:gradFill>
                  <a:gsLst>
                    <a:gs pos="100000">
                      <a:schemeClr val="tx1">
                        <a:lumMod val="75000"/>
                        <a:lumOff val="25000"/>
                      </a:schemeClr>
                    </a:gs>
                    <a:gs pos="0">
                      <a:schemeClr val="tx1">
                        <a:lumMod val="75000"/>
                        <a:lumOff val="25000"/>
                      </a:schemeClr>
                    </a:gs>
                  </a:gsLst>
                  <a:lin ang="5400000" scaled="0"/>
                </a:gradFill>
              </a:defRPr>
            </a:lvl2pPr>
            <a:lvl3pPr>
              <a:defRPr sz="2400">
                <a:gradFill>
                  <a:gsLst>
                    <a:gs pos="100000">
                      <a:schemeClr val="tx1">
                        <a:lumMod val="75000"/>
                        <a:lumOff val="25000"/>
                      </a:schemeClr>
                    </a:gs>
                    <a:gs pos="0">
                      <a:schemeClr val="tx1">
                        <a:lumMod val="75000"/>
                        <a:lumOff val="25000"/>
                      </a:schemeClr>
                    </a:gs>
                  </a:gsLst>
                  <a:lin ang="5400000" scaled="0"/>
                </a:gradFill>
              </a:defRPr>
            </a:lvl3pPr>
            <a:lvl4pPr>
              <a:defRPr sz="2000">
                <a:gradFill>
                  <a:gsLst>
                    <a:gs pos="100000">
                      <a:schemeClr val="tx1">
                        <a:lumMod val="75000"/>
                        <a:lumOff val="25000"/>
                      </a:schemeClr>
                    </a:gs>
                    <a:gs pos="0">
                      <a:schemeClr val="tx1">
                        <a:lumMod val="75000"/>
                        <a:lumOff val="25000"/>
                      </a:schemeClr>
                    </a:gs>
                  </a:gsLst>
                  <a:lin ang="5400000" scaled="0"/>
                </a:gradFill>
              </a:defRPr>
            </a:lvl4pPr>
            <a:lvl5pPr>
              <a:defRPr sz="1800">
                <a:gradFill>
                  <a:gsLst>
                    <a:gs pos="100000">
                      <a:schemeClr val="tx1">
                        <a:lumMod val="75000"/>
                        <a:lumOff val="25000"/>
                      </a:schemeClr>
                    </a:gs>
                    <a:gs pos="0">
                      <a:schemeClr val="tx1">
                        <a:lumMod val="75000"/>
                        <a:lumOff val="25000"/>
                      </a:schemeClr>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1"/>
          </p:nvPr>
        </p:nvSpPr>
        <p:spPr>
          <a:xfrm>
            <a:off x="274638" y="1668482"/>
            <a:ext cx="2743200" cy="5029181"/>
          </a:xfrm>
        </p:spPr>
        <p:txBody>
          <a:bodyPr lIns="182880" tIns="146304" rIns="182880" bIns="146304">
            <a:noAutofit/>
          </a:bodyPr>
          <a:lstStyle>
            <a:lvl1pPr algn="l" defTabSz="914166" rtl="0" eaLnBrk="1" latinLnBrk="0" hangingPunct="1">
              <a:spcBef>
                <a:spcPct val="0"/>
              </a:spcBef>
              <a:buNone/>
              <a:defRPr lang="en-US" sz="2400" kern="1200" dirty="0" smtClean="0">
                <a:gradFill>
                  <a:gsLst>
                    <a:gs pos="100000">
                      <a:schemeClr val="tx1">
                        <a:lumMod val="75000"/>
                        <a:lumOff val="25000"/>
                      </a:schemeClr>
                    </a:gs>
                    <a:gs pos="0">
                      <a:schemeClr val="tx1">
                        <a:lumMod val="75000"/>
                        <a:lumOff val="25000"/>
                      </a:schemeClr>
                    </a:gs>
                  </a:gsLst>
                  <a:lin ang="5400000" scaled="0"/>
                </a:gradFill>
                <a:latin typeface="+mn-lt"/>
                <a:ea typeface="+mj-ea"/>
                <a:cs typeface="+mj-cs"/>
              </a:defRPr>
            </a:lvl1pPr>
            <a:lvl2pPr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2pPr>
            <a:lvl3pPr marL="228541"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3pPr>
            <a:lvl4pPr marL="457082" indent="0" algn="l" defTabSz="914166" rtl="0" eaLnBrk="1" latinLnBrk="0" hangingPunct="1">
              <a:spcBef>
                <a:spcPct val="0"/>
              </a:spcBef>
              <a:buNone/>
              <a:defRPr lang="en-US" sz="1600" kern="1200" dirty="0" smtClean="0">
                <a:gradFill>
                  <a:gsLst>
                    <a:gs pos="0">
                      <a:schemeClr val="tx1"/>
                    </a:gs>
                    <a:gs pos="100000">
                      <a:schemeClr val="tx1"/>
                    </a:gs>
                  </a:gsLst>
                  <a:lin ang="5400000" scaled="0"/>
                </a:gradFill>
                <a:latin typeface="+mn-lt"/>
                <a:ea typeface="+mj-ea"/>
                <a:cs typeface="+mj-cs"/>
              </a:defRPr>
            </a:lvl4pPr>
            <a:lvl5pPr marL="739586" indent="0" algn="l" defTabSz="914166" rtl="0" eaLnBrk="1" latinLnBrk="0" hangingPunct="1">
              <a:spcBef>
                <a:spcPct val="0"/>
              </a:spcBef>
              <a:buNone/>
              <a:defRPr lang="en-US" sz="1600" kern="1200" dirty="0">
                <a:gradFill>
                  <a:gsLst>
                    <a:gs pos="0">
                      <a:schemeClr val="tx1"/>
                    </a:gs>
                    <a:gs pos="100000">
                      <a:schemeClr val="tx1"/>
                    </a:gs>
                  </a:gsLst>
                  <a:lin ang="5400000" scaled="0"/>
                </a:gradFill>
                <a:latin typeface="+mn-lt"/>
                <a:ea typeface="+mj-ea"/>
                <a:cs typeface="+mj-cs"/>
              </a:defRPr>
            </a:lvl5pPr>
          </a:lstStyle>
          <a:p>
            <a:pPr lvl="0"/>
            <a:r>
              <a:rPr lang="en-US" dirty="0" smtClean="0"/>
              <a:t>Click to edit Master text styles</a:t>
            </a:r>
          </a:p>
        </p:txBody>
      </p:sp>
      <p:sp>
        <p:nvSpPr>
          <p:cNvPr id="2" name="Title 1"/>
          <p:cNvSpPr>
            <a:spLocks noGrp="1"/>
          </p:cNvSpPr>
          <p:nvPr>
            <p:ph type="title"/>
          </p:nvPr>
        </p:nvSpPr>
        <p:spPr/>
        <p:txBody>
          <a:bodyPr/>
          <a:lstStyle>
            <a:lvl1pPr>
              <a:defRPr>
                <a:gradFill>
                  <a:gsLst>
                    <a:gs pos="100000">
                      <a:schemeClr val="tx1">
                        <a:lumMod val="75000"/>
                        <a:lumOff val="25000"/>
                      </a:schemeClr>
                    </a:gs>
                    <a:gs pos="0">
                      <a:schemeClr val="tx1">
                        <a:lumMod val="75000"/>
                        <a:lumOff val="25000"/>
                      </a:schemeClr>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07297580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051">
          <p15:clr>
            <a:srgbClr val="FBAE40"/>
          </p15:clr>
        </p15:guide>
        <p15:guide id="2" pos="173">
          <p15:clr>
            <a:srgbClr val="FBAE40"/>
          </p15:clr>
        </p15:guide>
        <p15:guide id="3" pos="1901">
          <p15:clr>
            <a:srgbClr val="FBAE40"/>
          </p15:clr>
        </p15:guide>
        <p15:guide id="4" pos="2189">
          <p15:clr>
            <a:srgbClr val="FBAE40"/>
          </p15:clr>
        </p15:guide>
        <p15:guide id="5" orient="horz" pos="4219">
          <p15:clr>
            <a:srgbClr val="FBAE40"/>
          </p15:clr>
        </p15:guide>
        <p15:guide id="6" orient="horz" pos="763">
          <p15:clr>
            <a:srgbClr val="FBAE40"/>
          </p15:clr>
        </p15:guide>
        <p15:guide id="7" orient="horz" pos="187">
          <p15:clr>
            <a:srgbClr val="FBAE40"/>
          </p15:clr>
        </p15:guide>
        <p15:guide id="8" pos="766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nly_Larg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189039" y="2125663"/>
            <a:ext cx="10058400" cy="912813"/>
          </a:xfrm>
        </p:spPr>
        <p:txBody>
          <a:bodyPr/>
          <a:lstStyle>
            <a:lvl1pPr>
              <a:defRPr sz="4800"/>
            </a:lvl1pPr>
          </a:lstStyle>
          <a:p>
            <a:r>
              <a:rPr lang="en-US" dirty="0" smtClean="0"/>
              <a:t>Click to edit master title style</a:t>
            </a:r>
            <a:endParaRPr lang="en-US" dirty="0"/>
          </a:p>
        </p:txBody>
      </p:sp>
    </p:spTree>
    <p:extLst>
      <p:ext uri="{BB962C8B-B14F-4D97-AF65-F5344CB8AC3E}">
        <p14:creationId xmlns:p14="http://schemas.microsoft.com/office/powerpoint/2010/main" val="1721695891"/>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668482"/>
            <a:ext cx="2743200" cy="5027593"/>
          </a:xfrm>
        </p:spPr>
        <p:txBody>
          <a:bodyPr vert="horz" lIns="182880" tIns="146304" rIns="182880" bIns="146304" rtlCol="0">
            <a:noAutofit/>
          </a:bodyPr>
          <a:lstStyle>
            <a:lvl1pPr>
              <a:defRPr lang="en-US" sz="2400" dirty="0" smtClean="0">
                <a:latin typeface="+mn-lt"/>
                <a:ea typeface="+mj-ea"/>
                <a:cs typeface="+mj-cs"/>
              </a:defRPr>
            </a:lvl1pPr>
          </a:lstStyle>
          <a:p>
            <a:pPr lvl="0">
              <a:spcBef>
                <a:spcPct val="0"/>
              </a:spcBef>
            </a:pPr>
            <a:r>
              <a:rPr lang="en-US" dirty="0" smtClean="0"/>
              <a:t>Click to edit Master text styles</a:t>
            </a:r>
          </a:p>
        </p:txBody>
      </p:sp>
      <p:sp>
        <p:nvSpPr>
          <p:cNvPr id="3" name="Title 2"/>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870716511"/>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182880" tIns="146304" rIns="182880" bIns="146304" anchor="ctr">
            <a:noAutofit/>
          </a:bodyPr>
          <a:lstStyle>
            <a:lvl1pPr>
              <a:lnSpc>
                <a:spcPct val="95000"/>
              </a:lnSpc>
              <a:spcBef>
                <a:spcPts val="0"/>
              </a:spcBef>
              <a:spcAft>
                <a:spcPts val="1632"/>
              </a:spcAft>
              <a:defRPr lang="en-US" sz="3600" kern="1200" dirty="0" smtClean="0">
                <a:gradFill>
                  <a:gsLst>
                    <a:gs pos="28302">
                      <a:schemeClr val="tx1">
                        <a:lumMod val="75000"/>
                        <a:lumOff val="25000"/>
                      </a:schemeClr>
                    </a:gs>
                    <a:gs pos="67000">
                      <a:schemeClr val="tx1">
                        <a:lumMod val="75000"/>
                        <a:lumOff val="25000"/>
                      </a:schemeClr>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buFont typeface="Arial" pitchFamily="34" charset="0"/>
              <a:buNone/>
            </a:pPr>
            <a:r>
              <a:rPr lang="en-US" dirty="0" smtClean="0"/>
              <a:t>Click to 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3"/>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1804775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a:defRPr lang="en-US" sz="3600" kern="1200" dirty="0" smtClean="0">
                <a:gradFill>
                  <a:gsLst>
                    <a:gs pos="8491">
                      <a:schemeClr val="tx1">
                        <a:lumMod val="75000"/>
                        <a:lumOff val="25000"/>
                      </a:schemeClr>
                    </a:gs>
                    <a:gs pos="100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buFont typeface="Arial" pitchFamily="34" charset="0"/>
              <a:buNone/>
            </a:pPr>
            <a:r>
              <a:rPr lang="en-US" dirty="0" smtClean="0"/>
              <a:t>Click to 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182880" tIns="146304" rIns="182880" bIns="146304" rtlCol="0" anchor="t">
            <a:noAutofit/>
          </a:bodyPr>
          <a:lstStyle>
            <a:lvl1pPr>
              <a:defRPr lang="en-US" sz="4800" dirty="0" smtClean="0">
                <a:ea typeface="+mj-ea"/>
                <a:cs typeface="+mj-cs"/>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3"/>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38545275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a:defRPr lang="en-US" sz="3600" kern="1200" dirty="0" smtClean="0">
                <a:gradFill>
                  <a:gsLst>
                    <a:gs pos="12264">
                      <a:schemeClr val="tx1">
                        <a:lumMod val="75000"/>
                        <a:lumOff val="25000"/>
                      </a:schemeClr>
                    </a:gs>
                    <a:gs pos="71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buFont typeface="Arial" pitchFamily="34" charset="0"/>
              <a:buNone/>
            </a:pPr>
            <a:r>
              <a:rPr lang="en-US" dirty="0" smtClean="0"/>
              <a:t>Click to 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lstStyle/>
          <a:p>
            <a:r>
              <a:rPr lang="en-US" smtClean="0"/>
              <a:t>Click icon to add picture</a:t>
            </a:r>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213209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amp; Content_with Subtitle">
    <p:spTree>
      <p:nvGrpSpPr>
        <p:cNvPr id="1" name=""/>
        <p:cNvGrpSpPr/>
        <p:nvPr/>
      </p:nvGrpSpPr>
      <p:grpSpPr>
        <a:xfrm>
          <a:off x="0" y="0"/>
          <a:ext cx="0" cy="0"/>
          <a:chOff x="0" y="0"/>
          <a:chExt cx="0" cy="0"/>
        </a:xfrm>
      </p:grpSpPr>
      <p:sp>
        <p:nvSpPr>
          <p:cNvPr id="3" name="Content Placeholder 4"/>
          <p:cNvSpPr>
            <a:spLocks noGrp="1"/>
          </p:cNvSpPr>
          <p:nvPr>
            <p:ph sz="quarter" idx="14"/>
          </p:nvPr>
        </p:nvSpPr>
        <p:spPr>
          <a:xfrm>
            <a:off x="274638" y="1668462"/>
            <a:ext cx="11887200" cy="5029201"/>
          </a:xfrm>
        </p:spPr>
        <p:txBody>
          <a:bodyPr>
            <a:normAutofit/>
          </a:bodyPr>
          <a:lstStyle>
            <a:lvl1pPr>
              <a:spcAft>
                <a:spcPts val="816"/>
              </a:spcAft>
              <a:defRPr sz="2400">
                <a:latin typeface="Consolas" pitchFamily="49" charset="0"/>
                <a:cs typeface="Consolas" pitchFamily="49" charset="0"/>
              </a:defRPr>
            </a:lvl1pPr>
            <a:lvl2pPr>
              <a:spcAft>
                <a:spcPts val="816"/>
              </a:spcAft>
              <a:defRPr sz="2400">
                <a:latin typeface="Consolas" pitchFamily="49" charset="0"/>
                <a:cs typeface="Consolas" pitchFamily="49" charset="0"/>
              </a:defRPr>
            </a:lvl2pPr>
            <a:lvl3pPr>
              <a:spcAft>
                <a:spcPts val="816"/>
              </a:spcAft>
              <a:defRPr sz="2400">
                <a:latin typeface="Consolas" pitchFamily="49" charset="0"/>
                <a:cs typeface="Consolas" pitchFamily="49" charset="0"/>
              </a:defRPr>
            </a:lvl3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Title 3"/>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01572955"/>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0278041"/>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4177979671"/>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49"/>
            <a:ext cx="11887200" cy="5150227"/>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8408246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black">
      <p:bgRef idx="1001">
        <a:schemeClr val="bg1"/>
      </p:bgRef>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49"/>
            <a:ext cx="11887200" cy="5483225"/>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5017536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theme" Target="../theme/theme4.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74638" y="1668462"/>
            <a:ext cx="11887200" cy="5029202"/>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Placeholder 8"/>
          <p:cNvSpPr>
            <a:spLocks noGrp="1"/>
          </p:cNvSpPr>
          <p:nvPr>
            <p:ph type="title"/>
          </p:nvPr>
        </p:nvSpPr>
        <p:spPr>
          <a:xfrm>
            <a:off x="274638" y="298450"/>
            <a:ext cx="11887199" cy="912813"/>
          </a:xfrm>
          <a:prstGeom prst="rect">
            <a:avLst/>
          </a:prstGeom>
        </p:spPr>
        <p:txBody>
          <a:bodyPr vert="horz" lIns="0" tIns="0" rIns="0" bIns="0" rtlCol="0" anchor="t">
            <a:noAutofit/>
          </a:bodyPr>
          <a:lstStyle/>
          <a:p>
            <a:r>
              <a:rPr lang="en-US" smtClean="0"/>
              <a:t>Click to edit Master title style</a:t>
            </a:r>
            <a:endParaRPr lang="en-US" dirty="0"/>
          </a:p>
        </p:txBody>
      </p:sp>
    </p:spTree>
    <p:extLst>
      <p:ext uri="{BB962C8B-B14F-4D97-AF65-F5344CB8AC3E}">
        <p14:creationId xmlns:p14="http://schemas.microsoft.com/office/powerpoint/2010/main" val="4264522774"/>
      </p:ext>
    </p:extLst>
  </p:cSld>
  <p:clrMap bg1="dk1" tx1="lt1" bg2="dk2" tx2="lt2" accent1="accent1" accent2="accent2" accent3="accent3" accent4="accent4" accent5="accent5" accent6="accent6" hlink="hlink" folHlink="folHlink"/>
  <p:sldLayoutIdLst>
    <p:sldLayoutId id="2147484182" r:id="rId1"/>
    <p:sldLayoutId id="2147484244" r:id="rId2"/>
    <p:sldLayoutId id="2147484183" r:id="rId3"/>
    <p:sldLayoutId id="2147484184" r:id="rId4"/>
    <p:sldLayoutId id="2147484245" r:id="rId5"/>
    <p:sldLayoutId id="2147484186" r:id="rId6"/>
    <p:sldLayoutId id="2147484187" r:id="rId7"/>
    <p:sldLayoutId id="2147484191" r:id="rId8"/>
    <p:sldLayoutId id="2147484188" r:id="rId9"/>
    <p:sldLayoutId id="2147484196" r:id="rId10"/>
    <p:sldLayoutId id="2147484189" r:id="rId11"/>
    <p:sldLayoutId id="2147484217" r:id="rId12"/>
    <p:sldLayoutId id="2147484218" r:id="rId13"/>
    <p:sldLayoutId id="2147484198" r:id="rId14"/>
    <p:sldLayoutId id="2147484344" r:id="rId15"/>
    <p:sldLayoutId id="2147484361" r:id="rId16"/>
    <p:sldLayoutId id="2147484362" r:id="rId17"/>
    <p:sldLayoutId id="2147484363" r:id="rId18"/>
  </p:sldLayoutIdLst>
  <p:txStyles>
    <p:titleStyle>
      <a:lvl1pPr algn="l" defTabSz="914166" rtl="0" eaLnBrk="1" latinLnBrk="0" hangingPunct="1">
        <a:spcBef>
          <a:spcPct val="0"/>
        </a:spcBef>
        <a:buNone/>
        <a:defRPr sz="4800" kern="1200">
          <a:gradFill>
            <a:gsLst>
              <a:gs pos="0">
                <a:schemeClr val="tx1"/>
              </a:gs>
              <a:gs pos="100000">
                <a:schemeClr val="tx1"/>
              </a:gs>
            </a:gsLst>
            <a:lin ang="5400000" scaled="0"/>
          </a:gradFill>
          <a:latin typeface="+mj-lt"/>
          <a:ea typeface="+mj-ea"/>
          <a:cs typeface="+mj-cs"/>
        </a:defRPr>
      </a:lvl1pPr>
    </p:titleStyle>
    <p:bodyStyle>
      <a:lvl1pPr marL="0" indent="0" algn="l" defTabSz="914166" rtl="0" eaLnBrk="1" latinLnBrk="0" hangingPunct="1">
        <a:spcBef>
          <a:spcPct val="20000"/>
        </a:spcBef>
        <a:buFont typeface="Arial" pitchFamily="34" charset="0"/>
        <a:buNone/>
        <a:defRPr sz="3600" kern="1200">
          <a:gradFill>
            <a:gsLst>
              <a:gs pos="0">
                <a:schemeClr val="tx1"/>
              </a:gs>
              <a:gs pos="100000">
                <a:schemeClr val="tx1"/>
              </a:gs>
            </a:gsLst>
            <a:lin ang="5400000" scaled="0"/>
          </a:gradFill>
          <a:latin typeface="+mj-lt"/>
          <a:ea typeface="+mn-ea"/>
          <a:cs typeface="+mn-cs"/>
        </a:defRPr>
      </a:lvl1pPr>
      <a:lvl2pPr marL="0" indent="0" algn="l" defTabSz="914166" rtl="0" eaLnBrk="1" latinLnBrk="0" hangingPunct="1">
        <a:spcBef>
          <a:spcPct val="20000"/>
        </a:spcBef>
        <a:buFont typeface="Arial" pitchFamily="34" charset="0"/>
        <a:buNone/>
        <a:defRPr sz="2800" kern="1200">
          <a:gradFill>
            <a:gsLst>
              <a:gs pos="0">
                <a:schemeClr val="tx1"/>
              </a:gs>
              <a:gs pos="100000">
                <a:schemeClr val="tx1"/>
              </a:gs>
            </a:gsLst>
            <a:lin ang="5400000" scaled="0"/>
          </a:gradFill>
          <a:latin typeface="+mn-lt"/>
          <a:ea typeface="+mn-ea"/>
          <a:cs typeface="+mn-cs"/>
        </a:defRPr>
      </a:lvl2pPr>
      <a:lvl3pPr marL="457082" indent="-228541" algn="l" defTabSz="914166" rtl="0" eaLnBrk="1" latinLnBrk="0" hangingPunct="1">
        <a:spcBef>
          <a:spcPct val="20000"/>
        </a:spcBef>
        <a:buFont typeface="Arial" pitchFamily="34" charset="0"/>
        <a:buChar char="•"/>
        <a:defRPr sz="2400" kern="1200">
          <a:gradFill>
            <a:gsLst>
              <a:gs pos="0">
                <a:schemeClr val="tx1"/>
              </a:gs>
              <a:gs pos="100000">
                <a:schemeClr val="tx1"/>
              </a:gs>
            </a:gsLst>
            <a:lin ang="5400000" scaled="0"/>
          </a:gradFill>
          <a:latin typeface="+mn-lt"/>
          <a:ea typeface="+mn-ea"/>
          <a:cs typeface="+mn-cs"/>
        </a:defRPr>
      </a:lvl3pPr>
      <a:lvl4pPr marL="739586" indent="-282503" algn="l" defTabSz="914166" rtl="0" eaLnBrk="1" latinLnBrk="0" hangingPunct="1">
        <a:spcBef>
          <a:spcPct val="20000"/>
        </a:spcBef>
        <a:buFont typeface="Arial" pitchFamily="34" charset="0"/>
        <a:buChar char="–"/>
        <a:defRPr sz="2000" kern="1200">
          <a:gradFill>
            <a:gsLst>
              <a:gs pos="0">
                <a:schemeClr val="tx1"/>
              </a:gs>
              <a:gs pos="100000">
                <a:schemeClr val="tx1"/>
              </a:gs>
            </a:gsLst>
            <a:lin ang="5400000" scaled="0"/>
          </a:gra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gradFill>
            <a:gsLst>
              <a:gs pos="0">
                <a:schemeClr val="tx1"/>
              </a:gs>
              <a:gs pos="100000">
                <a:schemeClr val="tx1"/>
              </a:gs>
            </a:gsLst>
            <a:lin ang="5400000" scaled="0"/>
          </a:gra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66" rtl="0" eaLnBrk="1" latinLnBrk="0" hangingPunct="1">
        <a:defRPr sz="1800" kern="1200">
          <a:solidFill>
            <a:schemeClr val="tx1"/>
          </a:solidFill>
          <a:latin typeface="+mn-lt"/>
          <a:ea typeface="+mn-ea"/>
          <a:cs typeface="+mn-cs"/>
        </a:defRPr>
      </a:lvl1pPr>
      <a:lvl2pPr marL="457082" algn="l" defTabSz="914166" rtl="0" eaLnBrk="1" latinLnBrk="0" hangingPunct="1">
        <a:defRPr sz="1800" kern="1200">
          <a:solidFill>
            <a:schemeClr val="tx1"/>
          </a:solidFill>
          <a:latin typeface="+mn-lt"/>
          <a:ea typeface="+mn-ea"/>
          <a:cs typeface="+mn-cs"/>
        </a:defRPr>
      </a:lvl2pPr>
      <a:lvl3pPr marL="914166" algn="l" defTabSz="914166" rtl="0" eaLnBrk="1" latinLnBrk="0" hangingPunct="1">
        <a:defRPr sz="1800" kern="1200">
          <a:solidFill>
            <a:schemeClr val="tx1"/>
          </a:solidFill>
          <a:latin typeface="+mn-lt"/>
          <a:ea typeface="+mn-ea"/>
          <a:cs typeface="+mn-cs"/>
        </a:defRPr>
      </a:lvl3pPr>
      <a:lvl4pPr marL="1371249" algn="l" defTabSz="914166" rtl="0" eaLnBrk="1" latinLnBrk="0" hangingPunct="1">
        <a:defRPr sz="1800" kern="1200">
          <a:solidFill>
            <a:schemeClr val="tx1"/>
          </a:solidFill>
          <a:latin typeface="+mn-lt"/>
          <a:ea typeface="+mn-ea"/>
          <a:cs typeface="+mn-cs"/>
        </a:defRPr>
      </a:lvl4pPr>
      <a:lvl5pPr marL="1828332" algn="l" defTabSz="914166" rtl="0" eaLnBrk="1" latinLnBrk="0" hangingPunct="1">
        <a:defRPr sz="1800" kern="1200">
          <a:solidFill>
            <a:schemeClr val="tx1"/>
          </a:solidFill>
          <a:latin typeface="+mn-lt"/>
          <a:ea typeface="+mn-ea"/>
          <a:cs typeface="+mn-cs"/>
        </a:defRPr>
      </a:lvl5pPr>
      <a:lvl6pPr marL="2285415" algn="l" defTabSz="914166" rtl="0" eaLnBrk="1" latinLnBrk="0" hangingPunct="1">
        <a:defRPr sz="1800" kern="1200">
          <a:solidFill>
            <a:schemeClr val="tx1"/>
          </a:solidFill>
          <a:latin typeface="+mn-lt"/>
          <a:ea typeface="+mn-ea"/>
          <a:cs typeface="+mn-cs"/>
        </a:defRPr>
      </a:lvl6pPr>
      <a:lvl7pPr marL="2742498" algn="l" defTabSz="914166" rtl="0" eaLnBrk="1" latinLnBrk="0" hangingPunct="1">
        <a:defRPr sz="1800" kern="1200">
          <a:solidFill>
            <a:schemeClr val="tx1"/>
          </a:solidFill>
          <a:latin typeface="+mn-lt"/>
          <a:ea typeface="+mn-ea"/>
          <a:cs typeface="+mn-cs"/>
        </a:defRPr>
      </a:lvl7pPr>
      <a:lvl8pPr marL="3199581" algn="l" defTabSz="914166" rtl="0" eaLnBrk="1" latinLnBrk="0" hangingPunct="1">
        <a:defRPr sz="1800" kern="1200">
          <a:solidFill>
            <a:schemeClr val="tx1"/>
          </a:solidFill>
          <a:latin typeface="+mn-lt"/>
          <a:ea typeface="+mn-ea"/>
          <a:cs typeface="+mn-cs"/>
        </a:defRPr>
      </a:lvl8pPr>
      <a:lvl9pPr marL="3656663" algn="l" defTabSz="91416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74638" y="1485603"/>
            <a:ext cx="11887200" cy="5212061"/>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itle Placeholder 8"/>
          <p:cNvSpPr>
            <a:spLocks noGrp="1"/>
          </p:cNvSpPr>
          <p:nvPr>
            <p:ph type="title"/>
          </p:nvPr>
        </p:nvSpPr>
        <p:spPr>
          <a:xfrm>
            <a:off x="274638" y="298450"/>
            <a:ext cx="11887199" cy="912813"/>
          </a:xfrm>
          <a:prstGeom prst="rect">
            <a:avLst/>
          </a:prstGeom>
        </p:spPr>
        <p:txBody>
          <a:bodyPr vert="horz" lIns="0" tIns="0" rIns="0" bIns="0" rtlCol="0" anchor="t">
            <a:noAutofit/>
          </a:bodyPr>
          <a:lstStyle/>
          <a:p>
            <a:r>
              <a:rPr lang="en-US" dirty="0" smtClean="0"/>
              <a:t>Click to edit Master title style</a:t>
            </a:r>
            <a:endParaRPr lang="en-US" dirty="0"/>
          </a:p>
        </p:txBody>
      </p:sp>
    </p:spTree>
    <p:extLst>
      <p:ext uri="{BB962C8B-B14F-4D97-AF65-F5344CB8AC3E}">
        <p14:creationId xmlns:p14="http://schemas.microsoft.com/office/powerpoint/2010/main" val="1778585588"/>
      </p:ext>
    </p:extLst>
  </p:cSld>
  <p:clrMap bg1="dk1" tx1="lt1" bg2="dk2" tx2="lt2" accent1="accent1" accent2="accent2" accent3="accent3" accent4="accent4" accent5="accent5" accent6="accent6" hlink="hlink" folHlink="folHlink"/>
  <p:sldLayoutIdLst>
    <p:sldLayoutId id="2147484331" r:id="rId1"/>
    <p:sldLayoutId id="2147484332" r:id="rId2"/>
    <p:sldLayoutId id="2147484333" r:id="rId3"/>
    <p:sldLayoutId id="2147484334" r:id="rId4"/>
    <p:sldLayoutId id="2147484335" r:id="rId5"/>
    <p:sldLayoutId id="2147484336" r:id="rId6"/>
    <p:sldLayoutId id="2147484337" r:id="rId7"/>
    <p:sldLayoutId id="2147484338" r:id="rId8"/>
    <p:sldLayoutId id="2147484339" r:id="rId9"/>
    <p:sldLayoutId id="2147484340" r:id="rId10"/>
    <p:sldLayoutId id="2147484341" r:id="rId11"/>
    <p:sldLayoutId id="2147484342" r:id="rId12"/>
    <p:sldLayoutId id="2147484343" r:id="rId13"/>
  </p:sldLayoutIdLst>
  <p:txStyles>
    <p:titleStyle>
      <a:lvl1pPr algn="l" defTabSz="914166" rtl="0" eaLnBrk="1" latinLnBrk="0" hangingPunct="1">
        <a:spcBef>
          <a:spcPct val="0"/>
        </a:spcBef>
        <a:buNone/>
        <a:defRPr sz="4800" kern="1200">
          <a:solidFill>
            <a:srgbClr val="505050"/>
          </a:solidFill>
          <a:latin typeface="+mj-lt"/>
          <a:ea typeface="+mj-ea"/>
          <a:cs typeface="+mj-cs"/>
        </a:defRPr>
      </a:lvl1pPr>
    </p:titleStyle>
    <p:bodyStyle>
      <a:lvl1pPr marL="0" indent="0" algn="l" defTabSz="914166" rtl="0" eaLnBrk="1" latinLnBrk="0" hangingPunct="1">
        <a:spcBef>
          <a:spcPct val="20000"/>
        </a:spcBef>
        <a:buFont typeface="Arial" pitchFamily="34" charset="0"/>
        <a:buNone/>
        <a:defRPr sz="3600" kern="1200">
          <a:solidFill>
            <a:srgbClr val="505050"/>
          </a:solidFill>
          <a:latin typeface="+mj-lt"/>
          <a:ea typeface="+mn-ea"/>
          <a:cs typeface="+mn-cs"/>
        </a:defRPr>
      </a:lvl1pPr>
      <a:lvl2pPr marL="0" indent="0" algn="l" defTabSz="914166" rtl="0" eaLnBrk="1" latinLnBrk="0" hangingPunct="1">
        <a:spcBef>
          <a:spcPct val="20000"/>
        </a:spcBef>
        <a:buFont typeface="Arial" pitchFamily="34" charset="0"/>
        <a:buNone/>
        <a:defRPr sz="2800" kern="1200">
          <a:solidFill>
            <a:srgbClr val="505050"/>
          </a:solidFill>
          <a:latin typeface="+mn-lt"/>
          <a:ea typeface="+mn-ea"/>
          <a:cs typeface="+mn-cs"/>
        </a:defRPr>
      </a:lvl2pPr>
      <a:lvl3pPr marL="457082" indent="-228541" algn="l" defTabSz="914166" rtl="0" eaLnBrk="1" latinLnBrk="0" hangingPunct="1">
        <a:spcBef>
          <a:spcPct val="20000"/>
        </a:spcBef>
        <a:buFont typeface="Arial" pitchFamily="34" charset="0"/>
        <a:buChar char="•"/>
        <a:defRPr sz="2400" kern="1200">
          <a:solidFill>
            <a:srgbClr val="505050"/>
          </a:solidFill>
          <a:latin typeface="+mn-lt"/>
          <a:ea typeface="+mn-ea"/>
          <a:cs typeface="+mn-cs"/>
        </a:defRPr>
      </a:lvl3pPr>
      <a:lvl4pPr marL="739586" indent="-282503" algn="l" defTabSz="914166" rtl="0" eaLnBrk="1" latinLnBrk="0" hangingPunct="1">
        <a:spcBef>
          <a:spcPct val="20000"/>
        </a:spcBef>
        <a:buFont typeface="Arial" pitchFamily="34" charset="0"/>
        <a:buChar char="–"/>
        <a:defRPr sz="2000" kern="1200">
          <a:solidFill>
            <a:srgbClr val="505050"/>
          </a:soli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solidFill>
            <a:srgbClr val="505050"/>
          </a:soli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66" rtl="0" eaLnBrk="1" latinLnBrk="0" hangingPunct="1">
        <a:defRPr sz="1800" kern="1200">
          <a:solidFill>
            <a:schemeClr val="tx1"/>
          </a:solidFill>
          <a:latin typeface="+mn-lt"/>
          <a:ea typeface="+mn-ea"/>
          <a:cs typeface="+mn-cs"/>
        </a:defRPr>
      </a:lvl1pPr>
      <a:lvl2pPr marL="457082" algn="l" defTabSz="914166" rtl="0" eaLnBrk="1" latinLnBrk="0" hangingPunct="1">
        <a:defRPr sz="1800" kern="1200">
          <a:solidFill>
            <a:schemeClr val="tx1"/>
          </a:solidFill>
          <a:latin typeface="+mn-lt"/>
          <a:ea typeface="+mn-ea"/>
          <a:cs typeface="+mn-cs"/>
        </a:defRPr>
      </a:lvl2pPr>
      <a:lvl3pPr marL="914166" algn="l" defTabSz="914166" rtl="0" eaLnBrk="1" latinLnBrk="0" hangingPunct="1">
        <a:defRPr sz="1800" kern="1200">
          <a:solidFill>
            <a:schemeClr val="tx1"/>
          </a:solidFill>
          <a:latin typeface="+mn-lt"/>
          <a:ea typeface="+mn-ea"/>
          <a:cs typeface="+mn-cs"/>
        </a:defRPr>
      </a:lvl3pPr>
      <a:lvl4pPr marL="1371249" algn="l" defTabSz="914166" rtl="0" eaLnBrk="1" latinLnBrk="0" hangingPunct="1">
        <a:defRPr sz="1800" kern="1200">
          <a:solidFill>
            <a:schemeClr val="tx1"/>
          </a:solidFill>
          <a:latin typeface="+mn-lt"/>
          <a:ea typeface="+mn-ea"/>
          <a:cs typeface="+mn-cs"/>
        </a:defRPr>
      </a:lvl4pPr>
      <a:lvl5pPr marL="1828332" algn="l" defTabSz="914166" rtl="0" eaLnBrk="1" latinLnBrk="0" hangingPunct="1">
        <a:defRPr sz="1800" kern="1200">
          <a:solidFill>
            <a:schemeClr val="tx1"/>
          </a:solidFill>
          <a:latin typeface="+mn-lt"/>
          <a:ea typeface="+mn-ea"/>
          <a:cs typeface="+mn-cs"/>
        </a:defRPr>
      </a:lvl5pPr>
      <a:lvl6pPr marL="2285415" algn="l" defTabSz="914166" rtl="0" eaLnBrk="1" latinLnBrk="0" hangingPunct="1">
        <a:defRPr sz="1800" kern="1200">
          <a:solidFill>
            <a:schemeClr val="tx1"/>
          </a:solidFill>
          <a:latin typeface="+mn-lt"/>
          <a:ea typeface="+mn-ea"/>
          <a:cs typeface="+mn-cs"/>
        </a:defRPr>
      </a:lvl6pPr>
      <a:lvl7pPr marL="2742498" algn="l" defTabSz="914166" rtl="0" eaLnBrk="1" latinLnBrk="0" hangingPunct="1">
        <a:defRPr sz="1800" kern="1200">
          <a:solidFill>
            <a:schemeClr val="tx1"/>
          </a:solidFill>
          <a:latin typeface="+mn-lt"/>
          <a:ea typeface="+mn-ea"/>
          <a:cs typeface="+mn-cs"/>
        </a:defRPr>
      </a:lvl7pPr>
      <a:lvl8pPr marL="3199581" algn="l" defTabSz="914166" rtl="0" eaLnBrk="1" latinLnBrk="0" hangingPunct="1">
        <a:defRPr sz="1800" kern="1200">
          <a:solidFill>
            <a:schemeClr val="tx1"/>
          </a:solidFill>
          <a:latin typeface="+mn-lt"/>
          <a:ea typeface="+mn-ea"/>
          <a:cs typeface="+mn-cs"/>
        </a:defRPr>
      </a:lvl8pPr>
      <a:lvl9pPr marL="3656663" algn="l" defTabSz="91416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74638" y="1485603"/>
            <a:ext cx="11887200" cy="5212061"/>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Placeholder 8"/>
          <p:cNvSpPr>
            <a:spLocks noGrp="1"/>
          </p:cNvSpPr>
          <p:nvPr>
            <p:ph type="title"/>
          </p:nvPr>
        </p:nvSpPr>
        <p:spPr>
          <a:xfrm>
            <a:off x="274638" y="298450"/>
            <a:ext cx="11887199" cy="912813"/>
          </a:xfrm>
          <a:prstGeom prst="rect">
            <a:avLst/>
          </a:prstGeom>
        </p:spPr>
        <p:txBody>
          <a:bodyPr vert="horz" lIns="0" tIns="0" rIns="0" bIns="0" rtlCol="0" anchor="t">
            <a:noAutofit/>
          </a:bodyPr>
          <a:lstStyle/>
          <a:p>
            <a:r>
              <a:rPr lang="en-US" smtClean="0"/>
              <a:t>Click to edit Master title style</a:t>
            </a:r>
            <a:endParaRPr lang="en-US" dirty="0"/>
          </a:p>
        </p:txBody>
      </p:sp>
    </p:spTree>
    <p:extLst>
      <p:ext uri="{BB962C8B-B14F-4D97-AF65-F5344CB8AC3E}">
        <p14:creationId xmlns:p14="http://schemas.microsoft.com/office/powerpoint/2010/main" val="4145866818"/>
      </p:ext>
    </p:extLst>
  </p:cSld>
  <p:clrMap bg1="dk1" tx1="lt1" bg2="dk2" tx2="lt2" accent1="accent1" accent2="accent2" accent3="accent3" accent4="accent4" accent5="accent5" accent6="accent6" hlink="hlink" folHlink="folHlink"/>
  <p:sldLayoutIdLst>
    <p:sldLayoutId id="2147484346" r:id="rId1"/>
    <p:sldLayoutId id="2147484347" r:id="rId2"/>
    <p:sldLayoutId id="2147484348" r:id="rId3"/>
    <p:sldLayoutId id="2147484349" r:id="rId4"/>
    <p:sldLayoutId id="2147484350" r:id="rId5"/>
    <p:sldLayoutId id="2147484351" r:id="rId6"/>
    <p:sldLayoutId id="2147484352" r:id="rId7"/>
    <p:sldLayoutId id="2147484353" r:id="rId8"/>
    <p:sldLayoutId id="2147484354" r:id="rId9"/>
    <p:sldLayoutId id="2147484355" r:id="rId10"/>
    <p:sldLayoutId id="2147484356" r:id="rId11"/>
    <p:sldLayoutId id="2147484359" r:id="rId12"/>
  </p:sldLayoutIdLst>
  <p:txStyles>
    <p:titleStyle>
      <a:lvl1pPr algn="l" defTabSz="914166" rtl="0" eaLnBrk="1" latinLnBrk="0" hangingPunct="1">
        <a:spcBef>
          <a:spcPct val="0"/>
        </a:spcBef>
        <a:buNone/>
        <a:defRPr sz="4800" kern="1200">
          <a:gradFill>
            <a:gsLst>
              <a:gs pos="0">
                <a:schemeClr val="tx1"/>
              </a:gs>
              <a:gs pos="100000">
                <a:schemeClr val="tx1"/>
              </a:gs>
            </a:gsLst>
            <a:lin ang="5400000" scaled="0"/>
          </a:gradFill>
          <a:latin typeface="+mj-lt"/>
          <a:ea typeface="+mj-ea"/>
          <a:cs typeface="+mj-cs"/>
        </a:defRPr>
      </a:lvl1pPr>
    </p:titleStyle>
    <p:bodyStyle>
      <a:lvl1pPr marL="0" indent="0" algn="l" defTabSz="914166" rtl="0" eaLnBrk="1" latinLnBrk="0" hangingPunct="1">
        <a:spcBef>
          <a:spcPct val="20000"/>
        </a:spcBef>
        <a:buFont typeface="Arial" pitchFamily="34" charset="0"/>
        <a:buNone/>
        <a:defRPr sz="3600" kern="1200">
          <a:gradFill>
            <a:gsLst>
              <a:gs pos="0">
                <a:schemeClr val="tx1"/>
              </a:gs>
              <a:gs pos="100000">
                <a:schemeClr val="tx1"/>
              </a:gs>
            </a:gsLst>
            <a:lin ang="5400000" scaled="0"/>
          </a:gradFill>
          <a:latin typeface="+mj-lt"/>
          <a:ea typeface="+mn-ea"/>
          <a:cs typeface="+mn-cs"/>
        </a:defRPr>
      </a:lvl1pPr>
      <a:lvl2pPr marL="0" indent="0" algn="l" defTabSz="914166" rtl="0" eaLnBrk="1" latinLnBrk="0" hangingPunct="1">
        <a:spcBef>
          <a:spcPct val="20000"/>
        </a:spcBef>
        <a:buFont typeface="Arial" pitchFamily="34" charset="0"/>
        <a:buNone/>
        <a:defRPr sz="2800" kern="1200">
          <a:gradFill>
            <a:gsLst>
              <a:gs pos="0">
                <a:schemeClr val="tx1"/>
              </a:gs>
              <a:gs pos="100000">
                <a:schemeClr val="tx1"/>
              </a:gs>
            </a:gsLst>
            <a:lin ang="5400000" scaled="0"/>
          </a:gradFill>
          <a:latin typeface="+mn-lt"/>
          <a:ea typeface="+mn-ea"/>
          <a:cs typeface="+mn-cs"/>
        </a:defRPr>
      </a:lvl2pPr>
      <a:lvl3pPr marL="457082" indent="-228541" algn="l" defTabSz="914166" rtl="0" eaLnBrk="1" latinLnBrk="0" hangingPunct="1">
        <a:spcBef>
          <a:spcPct val="20000"/>
        </a:spcBef>
        <a:buFont typeface="Arial" pitchFamily="34" charset="0"/>
        <a:buChar char="•"/>
        <a:defRPr sz="2400" kern="1200">
          <a:gradFill>
            <a:gsLst>
              <a:gs pos="0">
                <a:schemeClr val="tx1"/>
              </a:gs>
              <a:gs pos="100000">
                <a:schemeClr val="tx1"/>
              </a:gs>
            </a:gsLst>
            <a:lin ang="5400000" scaled="0"/>
          </a:gradFill>
          <a:latin typeface="+mn-lt"/>
          <a:ea typeface="+mn-ea"/>
          <a:cs typeface="+mn-cs"/>
        </a:defRPr>
      </a:lvl3pPr>
      <a:lvl4pPr marL="739586" indent="-282503" algn="l" defTabSz="914166" rtl="0" eaLnBrk="1" latinLnBrk="0" hangingPunct="1">
        <a:spcBef>
          <a:spcPct val="20000"/>
        </a:spcBef>
        <a:buFont typeface="Arial" pitchFamily="34" charset="0"/>
        <a:buChar char="–"/>
        <a:defRPr sz="2000" kern="1200">
          <a:gradFill>
            <a:gsLst>
              <a:gs pos="0">
                <a:schemeClr val="tx1"/>
              </a:gs>
              <a:gs pos="100000">
                <a:schemeClr val="tx1"/>
              </a:gs>
            </a:gsLst>
            <a:lin ang="5400000" scaled="0"/>
          </a:gra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gradFill>
            <a:gsLst>
              <a:gs pos="0">
                <a:schemeClr val="tx1"/>
              </a:gs>
              <a:gs pos="100000">
                <a:schemeClr val="tx1"/>
              </a:gs>
            </a:gsLst>
            <a:lin ang="5400000" scaled="0"/>
          </a:gra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66" rtl="0" eaLnBrk="1" latinLnBrk="0" hangingPunct="1">
        <a:defRPr sz="1800" kern="1200">
          <a:solidFill>
            <a:schemeClr val="tx1"/>
          </a:solidFill>
          <a:latin typeface="+mn-lt"/>
          <a:ea typeface="+mn-ea"/>
          <a:cs typeface="+mn-cs"/>
        </a:defRPr>
      </a:lvl1pPr>
      <a:lvl2pPr marL="457082" algn="l" defTabSz="914166" rtl="0" eaLnBrk="1" latinLnBrk="0" hangingPunct="1">
        <a:defRPr sz="1800" kern="1200">
          <a:solidFill>
            <a:schemeClr val="tx1"/>
          </a:solidFill>
          <a:latin typeface="+mn-lt"/>
          <a:ea typeface="+mn-ea"/>
          <a:cs typeface="+mn-cs"/>
        </a:defRPr>
      </a:lvl2pPr>
      <a:lvl3pPr marL="914166" algn="l" defTabSz="914166" rtl="0" eaLnBrk="1" latinLnBrk="0" hangingPunct="1">
        <a:defRPr sz="1800" kern="1200">
          <a:solidFill>
            <a:schemeClr val="tx1"/>
          </a:solidFill>
          <a:latin typeface="+mn-lt"/>
          <a:ea typeface="+mn-ea"/>
          <a:cs typeface="+mn-cs"/>
        </a:defRPr>
      </a:lvl3pPr>
      <a:lvl4pPr marL="1371249" algn="l" defTabSz="914166" rtl="0" eaLnBrk="1" latinLnBrk="0" hangingPunct="1">
        <a:defRPr sz="1800" kern="1200">
          <a:solidFill>
            <a:schemeClr val="tx1"/>
          </a:solidFill>
          <a:latin typeface="+mn-lt"/>
          <a:ea typeface="+mn-ea"/>
          <a:cs typeface="+mn-cs"/>
        </a:defRPr>
      </a:lvl4pPr>
      <a:lvl5pPr marL="1828332" algn="l" defTabSz="914166" rtl="0" eaLnBrk="1" latinLnBrk="0" hangingPunct="1">
        <a:defRPr sz="1800" kern="1200">
          <a:solidFill>
            <a:schemeClr val="tx1"/>
          </a:solidFill>
          <a:latin typeface="+mn-lt"/>
          <a:ea typeface="+mn-ea"/>
          <a:cs typeface="+mn-cs"/>
        </a:defRPr>
      </a:lvl5pPr>
      <a:lvl6pPr marL="2285415" algn="l" defTabSz="914166" rtl="0" eaLnBrk="1" latinLnBrk="0" hangingPunct="1">
        <a:defRPr sz="1800" kern="1200">
          <a:solidFill>
            <a:schemeClr val="tx1"/>
          </a:solidFill>
          <a:latin typeface="+mn-lt"/>
          <a:ea typeface="+mn-ea"/>
          <a:cs typeface="+mn-cs"/>
        </a:defRPr>
      </a:lvl6pPr>
      <a:lvl7pPr marL="2742498" algn="l" defTabSz="914166" rtl="0" eaLnBrk="1" latinLnBrk="0" hangingPunct="1">
        <a:defRPr sz="1800" kern="1200">
          <a:solidFill>
            <a:schemeClr val="tx1"/>
          </a:solidFill>
          <a:latin typeface="+mn-lt"/>
          <a:ea typeface="+mn-ea"/>
          <a:cs typeface="+mn-cs"/>
        </a:defRPr>
      </a:lvl7pPr>
      <a:lvl8pPr marL="3199581" algn="l" defTabSz="914166" rtl="0" eaLnBrk="1" latinLnBrk="0" hangingPunct="1">
        <a:defRPr sz="1800" kern="1200">
          <a:solidFill>
            <a:schemeClr val="tx1"/>
          </a:solidFill>
          <a:latin typeface="+mn-lt"/>
          <a:ea typeface="+mn-ea"/>
          <a:cs typeface="+mn-cs"/>
        </a:defRPr>
      </a:lvl8pPr>
      <a:lvl9pPr marL="3656663" algn="l" defTabSz="91416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505050"/>
        </a:solidFill>
        <a:effectLst/>
      </p:bgPr>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74638" y="1485603"/>
            <a:ext cx="11887200" cy="5212061"/>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itle Placeholder 8"/>
          <p:cNvSpPr>
            <a:spLocks noGrp="1"/>
          </p:cNvSpPr>
          <p:nvPr>
            <p:ph type="title"/>
          </p:nvPr>
        </p:nvSpPr>
        <p:spPr>
          <a:xfrm>
            <a:off x="274638" y="298450"/>
            <a:ext cx="11887199" cy="912813"/>
          </a:xfrm>
          <a:prstGeom prst="rect">
            <a:avLst/>
          </a:prstGeom>
        </p:spPr>
        <p:txBody>
          <a:bodyPr vert="horz" lIns="0" tIns="0" rIns="0" bIns="0" rtlCol="0" anchor="t">
            <a:noAutofit/>
          </a:bodyPr>
          <a:lstStyle/>
          <a:p>
            <a:r>
              <a:rPr lang="en-US" smtClean="0"/>
              <a:t>Click to edit Master title style</a:t>
            </a:r>
            <a:endParaRPr lang="en-US" dirty="0"/>
          </a:p>
        </p:txBody>
      </p:sp>
    </p:spTree>
    <p:extLst>
      <p:ext uri="{BB962C8B-B14F-4D97-AF65-F5344CB8AC3E}">
        <p14:creationId xmlns:p14="http://schemas.microsoft.com/office/powerpoint/2010/main" val="2451785515"/>
      </p:ext>
    </p:extLst>
  </p:cSld>
  <p:clrMap bg1="dk1" tx1="lt1" bg2="dk2" tx2="lt2" accent1="accent1" accent2="accent2" accent3="accent3" accent4="accent4" accent5="accent5" accent6="accent6" hlink="hlink" folHlink="folHlink"/>
  <p:sldLayoutIdLst>
    <p:sldLayoutId id="2147484365" r:id="rId1"/>
    <p:sldLayoutId id="2147484366" r:id="rId2"/>
    <p:sldLayoutId id="2147484367" r:id="rId3"/>
    <p:sldLayoutId id="2147484368" r:id="rId4"/>
    <p:sldLayoutId id="2147484369" r:id="rId5"/>
    <p:sldLayoutId id="2147484370" r:id="rId6"/>
    <p:sldLayoutId id="2147484371" r:id="rId7"/>
    <p:sldLayoutId id="2147484372" r:id="rId8"/>
    <p:sldLayoutId id="2147484373" r:id="rId9"/>
    <p:sldLayoutId id="2147484374" r:id="rId10"/>
    <p:sldLayoutId id="2147484375" r:id="rId11"/>
    <p:sldLayoutId id="2147484378" r:id="rId12"/>
  </p:sldLayoutIdLst>
  <p:txStyles>
    <p:titleStyle>
      <a:lvl1pPr algn="l" defTabSz="914166" rtl="0" eaLnBrk="1" latinLnBrk="0" hangingPunct="1">
        <a:spcBef>
          <a:spcPct val="0"/>
        </a:spcBef>
        <a:buNone/>
        <a:defRPr sz="4800" kern="1200">
          <a:gradFill>
            <a:gsLst>
              <a:gs pos="0">
                <a:schemeClr val="tx1"/>
              </a:gs>
              <a:gs pos="100000">
                <a:schemeClr val="tx1"/>
              </a:gs>
            </a:gsLst>
            <a:lin ang="5400000" scaled="0"/>
          </a:gradFill>
          <a:latin typeface="+mj-lt"/>
          <a:ea typeface="+mj-ea"/>
          <a:cs typeface="+mj-cs"/>
        </a:defRPr>
      </a:lvl1pPr>
    </p:titleStyle>
    <p:bodyStyle>
      <a:lvl1pPr marL="0" indent="0" algn="l" defTabSz="914166" rtl="0" eaLnBrk="1" latinLnBrk="0" hangingPunct="1">
        <a:spcBef>
          <a:spcPct val="20000"/>
        </a:spcBef>
        <a:buFont typeface="Arial" pitchFamily="34" charset="0"/>
        <a:buNone/>
        <a:defRPr sz="3600" kern="1200">
          <a:gradFill>
            <a:gsLst>
              <a:gs pos="0">
                <a:schemeClr val="tx1"/>
              </a:gs>
              <a:gs pos="100000">
                <a:schemeClr val="tx1"/>
              </a:gs>
            </a:gsLst>
            <a:lin ang="5400000" scaled="0"/>
          </a:gradFill>
          <a:latin typeface="+mj-lt"/>
          <a:ea typeface="+mn-ea"/>
          <a:cs typeface="+mn-cs"/>
        </a:defRPr>
      </a:lvl1pPr>
      <a:lvl2pPr marL="0" indent="0" algn="l" defTabSz="914166" rtl="0" eaLnBrk="1" latinLnBrk="0" hangingPunct="1">
        <a:spcBef>
          <a:spcPct val="20000"/>
        </a:spcBef>
        <a:buFont typeface="Arial" pitchFamily="34" charset="0"/>
        <a:buNone/>
        <a:defRPr sz="2800" kern="1200">
          <a:gradFill>
            <a:gsLst>
              <a:gs pos="0">
                <a:schemeClr val="tx1"/>
              </a:gs>
              <a:gs pos="100000">
                <a:schemeClr val="tx1"/>
              </a:gs>
            </a:gsLst>
            <a:lin ang="5400000" scaled="0"/>
          </a:gradFill>
          <a:latin typeface="+mn-lt"/>
          <a:ea typeface="+mn-ea"/>
          <a:cs typeface="+mn-cs"/>
        </a:defRPr>
      </a:lvl2pPr>
      <a:lvl3pPr marL="457082" indent="-228541" algn="l" defTabSz="914166" rtl="0" eaLnBrk="1" latinLnBrk="0" hangingPunct="1">
        <a:spcBef>
          <a:spcPct val="20000"/>
        </a:spcBef>
        <a:buFont typeface="Arial" pitchFamily="34" charset="0"/>
        <a:buChar char="•"/>
        <a:defRPr sz="2400" kern="1200">
          <a:gradFill>
            <a:gsLst>
              <a:gs pos="0">
                <a:schemeClr val="tx1"/>
              </a:gs>
              <a:gs pos="100000">
                <a:schemeClr val="tx1"/>
              </a:gs>
            </a:gsLst>
            <a:lin ang="5400000" scaled="0"/>
          </a:gradFill>
          <a:latin typeface="+mn-lt"/>
          <a:ea typeface="+mn-ea"/>
          <a:cs typeface="+mn-cs"/>
        </a:defRPr>
      </a:lvl3pPr>
      <a:lvl4pPr marL="739586" indent="-282503" algn="l" defTabSz="914166" rtl="0" eaLnBrk="1" latinLnBrk="0" hangingPunct="1">
        <a:spcBef>
          <a:spcPct val="20000"/>
        </a:spcBef>
        <a:buFont typeface="Arial" pitchFamily="34" charset="0"/>
        <a:buChar char="–"/>
        <a:defRPr sz="2000" kern="1200">
          <a:gradFill>
            <a:gsLst>
              <a:gs pos="0">
                <a:schemeClr val="tx1"/>
              </a:gs>
              <a:gs pos="100000">
                <a:schemeClr val="tx1"/>
              </a:gs>
            </a:gsLst>
            <a:lin ang="5400000" scaled="0"/>
          </a:gra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gradFill>
            <a:gsLst>
              <a:gs pos="0">
                <a:schemeClr val="tx1"/>
              </a:gs>
              <a:gs pos="100000">
                <a:schemeClr val="tx1"/>
              </a:gs>
            </a:gsLst>
            <a:lin ang="5400000" scaled="0"/>
          </a:gra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66" rtl="0" eaLnBrk="1" latinLnBrk="0" hangingPunct="1">
        <a:defRPr sz="1800" kern="1200">
          <a:solidFill>
            <a:schemeClr val="tx1"/>
          </a:solidFill>
          <a:latin typeface="+mn-lt"/>
          <a:ea typeface="+mn-ea"/>
          <a:cs typeface="+mn-cs"/>
        </a:defRPr>
      </a:lvl1pPr>
      <a:lvl2pPr marL="457082" algn="l" defTabSz="914166" rtl="0" eaLnBrk="1" latinLnBrk="0" hangingPunct="1">
        <a:defRPr sz="1800" kern="1200">
          <a:solidFill>
            <a:schemeClr val="tx1"/>
          </a:solidFill>
          <a:latin typeface="+mn-lt"/>
          <a:ea typeface="+mn-ea"/>
          <a:cs typeface="+mn-cs"/>
        </a:defRPr>
      </a:lvl2pPr>
      <a:lvl3pPr marL="914166" algn="l" defTabSz="914166" rtl="0" eaLnBrk="1" latinLnBrk="0" hangingPunct="1">
        <a:defRPr sz="1800" kern="1200">
          <a:solidFill>
            <a:schemeClr val="tx1"/>
          </a:solidFill>
          <a:latin typeface="+mn-lt"/>
          <a:ea typeface="+mn-ea"/>
          <a:cs typeface="+mn-cs"/>
        </a:defRPr>
      </a:lvl3pPr>
      <a:lvl4pPr marL="1371249" algn="l" defTabSz="914166" rtl="0" eaLnBrk="1" latinLnBrk="0" hangingPunct="1">
        <a:defRPr sz="1800" kern="1200">
          <a:solidFill>
            <a:schemeClr val="tx1"/>
          </a:solidFill>
          <a:latin typeface="+mn-lt"/>
          <a:ea typeface="+mn-ea"/>
          <a:cs typeface="+mn-cs"/>
        </a:defRPr>
      </a:lvl4pPr>
      <a:lvl5pPr marL="1828332" algn="l" defTabSz="914166" rtl="0" eaLnBrk="1" latinLnBrk="0" hangingPunct="1">
        <a:defRPr sz="1800" kern="1200">
          <a:solidFill>
            <a:schemeClr val="tx1"/>
          </a:solidFill>
          <a:latin typeface="+mn-lt"/>
          <a:ea typeface="+mn-ea"/>
          <a:cs typeface="+mn-cs"/>
        </a:defRPr>
      </a:lvl5pPr>
      <a:lvl6pPr marL="2285415" algn="l" defTabSz="914166" rtl="0" eaLnBrk="1" latinLnBrk="0" hangingPunct="1">
        <a:defRPr sz="1800" kern="1200">
          <a:solidFill>
            <a:schemeClr val="tx1"/>
          </a:solidFill>
          <a:latin typeface="+mn-lt"/>
          <a:ea typeface="+mn-ea"/>
          <a:cs typeface="+mn-cs"/>
        </a:defRPr>
      </a:lvl6pPr>
      <a:lvl7pPr marL="2742498" algn="l" defTabSz="914166" rtl="0" eaLnBrk="1" latinLnBrk="0" hangingPunct="1">
        <a:defRPr sz="1800" kern="1200">
          <a:solidFill>
            <a:schemeClr val="tx1"/>
          </a:solidFill>
          <a:latin typeface="+mn-lt"/>
          <a:ea typeface="+mn-ea"/>
          <a:cs typeface="+mn-cs"/>
        </a:defRPr>
      </a:lvl7pPr>
      <a:lvl8pPr marL="3199581" algn="l" defTabSz="914166" rtl="0" eaLnBrk="1" latinLnBrk="0" hangingPunct="1">
        <a:defRPr sz="1800" kern="1200">
          <a:solidFill>
            <a:schemeClr val="tx1"/>
          </a:solidFill>
          <a:latin typeface="+mn-lt"/>
          <a:ea typeface="+mn-ea"/>
          <a:cs typeface="+mn-cs"/>
        </a:defRPr>
      </a:lvl8pPr>
      <a:lvl9pPr marL="3656663" algn="l" defTabSz="914166"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74638" y="1485603"/>
            <a:ext cx="11887200" cy="5212061"/>
          </a:xfrm>
          <a:prstGeom prst="rect">
            <a:avLst/>
          </a:prstGeom>
        </p:spPr>
        <p:txBody>
          <a:bodyPr vert="horz" lIns="182880" tIns="146304" rIns="182880" bIns="146304"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itle Placeholder 8"/>
          <p:cNvSpPr>
            <a:spLocks noGrp="1"/>
          </p:cNvSpPr>
          <p:nvPr>
            <p:ph type="title"/>
          </p:nvPr>
        </p:nvSpPr>
        <p:spPr>
          <a:xfrm>
            <a:off x="274638" y="298450"/>
            <a:ext cx="11887199" cy="912813"/>
          </a:xfrm>
          <a:prstGeom prst="rect">
            <a:avLst/>
          </a:prstGeom>
        </p:spPr>
        <p:txBody>
          <a:bodyPr vert="horz" lIns="182880" tIns="146304" rIns="182880" bIns="146304" rtlCol="0" anchor="t">
            <a:noAutofit/>
          </a:bodyPr>
          <a:lstStyle/>
          <a:p>
            <a:r>
              <a:rPr lang="en-US" dirty="0" smtClean="0"/>
              <a:t>Click to edit Master title style</a:t>
            </a:r>
            <a:endParaRPr lang="en-US" dirty="0"/>
          </a:p>
        </p:txBody>
      </p:sp>
    </p:spTree>
    <p:extLst>
      <p:ext uri="{BB962C8B-B14F-4D97-AF65-F5344CB8AC3E}">
        <p14:creationId xmlns:p14="http://schemas.microsoft.com/office/powerpoint/2010/main" val="1881731006"/>
      </p:ext>
    </p:extLst>
  </p:cSld>
  <p:clrMap bg1="dk1" tx1="lt1" bg2="dk2" tx2="lt2" accent1="accent1" accent2="accent2" accent3="accent3" accent4="accent4" accent5="accent5" accent6="accent6" hlink="hlink" folHlink="folHlink"/>
  <p:sldLayoutIdLst>
    <p:sldLayoutId id="2147484380" r:id="rId1"/>
    <p:sldLayoutId id="2147484381" r:id="rId2"/>
    <p:sldLayoutId id="2147484382" r:id="rId3"/>
    <p:sldLayoutId id="2147484383" r:id="rId4"/>
    <p:sldLayoutId id="2147484384" r:id="rId5"/>
    <p:sldLayoutId id="2147484385" r:id="rId6"/>
    <p:sldLayoutId id="2147484386" r:id="rId7"/>
    <p:sldLayoutId id="2147484387" r:id="rId8"/>
    <p:sldLayoutId id="2147484388" r:id="rId9"/>
    <p:sldLayoutId id="2147484389" r:id="rId10"/>
    <p:sldLayoutId id="2147484390" r:id="rId11"/>
    <p:sldLayoutId id="2147484391" r:id="rId12"/>
    <p:sldLayoutId id="2147484392" r:id="rId13"/>
  </p:sldLayoutIdLst>
  <p:timing>
    <p:tnLst>
      <p:par>
        <p:cTn id="1" dur="indefinite" restart="never" nodeType="tmRoot"/>
      </p:par>
    </p:tnLst>
  </p:timing>
  <p:txStyles>
    <p:titleStyle>
      <a:lvl1pPr algn="l" defTabSz="914166" rtl="0" eaLnBrk="1" latinLnBrk="0" hangingPunct="1">
        <a:spcBef>
          <a:spcPct val="0"/>
        </a:spcBef>
        <a:buNone/>
        <a:defRPr sz="4800" kern="1200">
          <a:gradFill>
            <a:gsLst>
              <a:gs pos="66981">
                <a:schemeClr val="tx1">
                  <a:lumMod val="75000"/>
                  <a:lumOff val="25000"/>
                </a:schemeClr>
              </a:gs>
              <a:gs pos="0">
                <a:schemeClr val="tx1">
                  <a:lumMod val="75000"/>
                  <a:lumOff val="25000"/>
                </a:schemeClr>
              </a:gs>
            </a:gsLst>
            <a:lin ang="5400000" scaled="0"/>
          </a:gradFill>
          <a:latin typeface="+mj-lt"/>
          <a:ea typeface="+mj-ea"/>
          <a:cs typeface="+mj-cs"/>
        </a:defRPr>
      </a:lvl1pPr>
    </p:titleStyle>
    <p:bodyStyle>
      <a:lvl1pPr marL="0" indent="0" algn="l" defTabSz="914166" rtl="0" eaLnBrk="1" latinLnBrk="0" hangingPunct="1">
        <a:spcBef>
          <a:spcPct val="20000"/>
        </a:spcBef>
        <a:buFont typeface="Arial" pitchFamily="34" charset="0"/>
        <a:buNone/>
        <a:defRPr sz="3600" kern="1200">
          <a:gradFill>
            <a:gsLst>
              <a:gs pos="66981">
                <a:schemeClr val="tx1">
                  <a:lumMod val="75000"/>
                  <a:lumOff val="25000"/>
                </a:schemeClr>
              </a:gs>
              <a:gs pos="0">
                <a:schemeClr val="tx1">
                  <a:lumMod val="75000"/>
                  <a:lumOff val="25000"/>
                </a:schemeClr>
              </a:gs>
            </a:gsLst>
            <a:lin ang="5400000" scaled="0"/>
          </a:gradFill>
          <a:latin typeface="+mj-lt"/>
          <a:ea typeface="+mn-ea"/>
          <a:cs typeface="+mn-cs"/>
        </a:defRPr>
      </a:lvl1pPr>
      <a:lvl2pPr marL="0" indent="0" algn="l" defTabSz="914166" rtl="0" eaLnBrk="1" latinLnBrk="0" hangingPunct="1">
        <a:spcBef>
          <a:spcPct val="20000"/>
        </a:spcBef>
        <a:buFont typeface="Arial" pitchFamily="34" charset="0"/>
        <a:buNone/>
        <a:defRPr sz="2800" kern="1200">
          <a:gradFill>
            <a:gsLst>
              <a:gs pos="66981">
                <a:schemeClr val="tx1">
                  <a:lumMod val="75000"/>
                  <a:lumOff val="25000"/>
                </a:schemeClr>
              </a:gs>
              <a:gs pos="0">
                <a:schemeClr val="tx1">
                  <a:lumMod val="75000"/>
                  <a:lumOff val="25000"/>
                </a:schemeClr>
              </a:gs>
            </a:gsLst>
            <a:lin ang="5400000" scaled="0"/>
          </a:gradFill>
          <a:latin typeface="+mn-lt"/>
          <a:ea typeface="+mn-ea"/>
          <a:cs typeface="+mn-cs"/>
        </a:defRPr>
      </a:lvl2pPr>
      <a:lvl3pPr marL="457082" indent="-228541" algn="l" defTabSz="914166" rtl="0" eaLnBrk="1" latinLnBrk="0" hangingPunct="1">
        <a:spcBef>
          <a:spcPct val="20000"/>
        </a:spcBef>
        <a:buFont typeface="Arial" pitchFamily="34" charset="0"/>
        <a:buChar char="•"/>
        <a:defRPr sz="2400" kern="1200">
          <a:gradFill>
            <a:gsLst>
              <a:gs pos="66981">
                <a:schemeClr val="tx1">
                  <a:lumMod val="75000"/>
                  <a:lumOff val="25000"/>
                </a:schemeClr>
              </a:gs>
              <a:gs pos="0">
                <a:schemeClr val="tx1">
                  <a:lumMod val="75000"/>
                  <a:lumOff val="25000"/>
                </a:schemeClr>
              </a:gs>
            </a:gsLst>
            <a:lin ang="5400000" scaled="0"/>
          </a:gradFill>
          <a:latin typeface="+mn-lt"/>
          <a:ea typeface="+mn-ea"/>
          <a:cs typeface="+mn-cs"/>
        </a:defRPr>
      </a:lvl3pPr>
      <a:lvl4pPr marL="739586" indent="-282503" algn="l" defTabSz="914166" rtl="0" eaLnBrk="1" latinLnBrk="0" hangingPunct="1">
        <a:spcBef>
          <a:spcPct val="20000"/>
        </a:spcBef>
        <a:buFont typeface="Arial" pitchFamily="34" charset="0"/>
        <a:buChar char="–"/>
        <a:defRPr sz="2000" kern="1200">
          <a:gradFill>
            <a:gsLst>
              <a:gs pos="66981">
                <a:schemeClr val="tx1">
                  <a:lumMod val="75000"/>
                  <a:lumOff val="25000"/>
                </a:schemeClr>
              </a:gs>
              <a:gs pos="0">
                <a:schemeClr val="tx1">
                  <a:lumMod val="75000"/>
                  <a:lumOff val="25000"/>
                </a:schemeClr>
              </a:gs>
            </a:gsLst>
            <a:lin ang="5400000" scaled="0"/>
          </a:gra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gradFill>
            <a:gsLst>
              <a:gs pos="66981">
                <a:schemeClr val="tx1">
                  <a:lumMod val="75000"/>
                  <a:lumOff val="25000"/>
                </a:schemeClr>
              </a:gs>
              <a:gs pos="0">
                <a:schemeClr val="tx1">
                  <a:lumMod val="75000"/>
                  <a:lumOff val="25000"/>
                </a:schemeClr>
              </a:gs>
            </a:gsLst>
            <a:lin ang="5400000" scaled="0"/>
          </a:gra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66" rtl="0" eaLnBrk="1" latinLnBrk="0" hangingPunct="1">
        <a:defRPr sz="1800" kern="1200">
          <a:solidFill>
            <a:schemeClr val="tx1"/>
          </a:solidFill>
          <a:latin typeface="+mn-lt"/>
          <a:ea typeface="+mn-ea"/>
          <a:cs typeface="+mn-cs"/>
        </a:defRPr>
      </a:lvl1pPr>
      <a:lvl2pPr marL="457082" algn="l" defTabSz="914166" rtl="0" eaLnBrk="1" latinLnBrk="0" hangingPunct="1">
        <a:defRPr sz="1800" kern="1200">
          <a:solidFill>
            <a:schemeClr val="tx1"/>
          </a:solidFill>
          <a:latin typeface="+mn-lt"/>
          <a:ea typeface="+mn-ea"/>
          <a:cs typeface="+mn-cs"/>
        </a:defRPr>
      </a:lvl2pPr>
      <a:lvl3pPr marL="914166" algn="l" defTabSz="914166" rtl="0" eaLnBrk="1" latinLnBrk="0" hangingPunct="1">
        <a:defRPr sz="1800" kern="1200">
          <a:solidFill>
            <a:schemeClr val="tx1"/>
          </a:solidFill>
          <a:latin typeface="+mn-lt"/>
          <a:ea typeface="+mn-ea"/>
          <a:cs typeface="+mn-cs"/>
        </a:defRPr>
      </a:lvl3pPr>
      <a:lvl4pPr marL="1371249" algn="l" defTabSz="914166" rtl="0" eaLnBrk="1" latinLnBrk="0" hangingPunct="1">
        <a:defRPr sz="1800" kern="1200">
          <a:solidFill>
            <a:schemeClr val="tx1"/>
          </a:solidFill>
          <a:latin typeface="+mn-lt"/>
          <a:ea typeface="+mn-ea"/>
          <a:cs typeface="+mn-cs"/>
        </a:defRPr>
      </a:lvl4pPr>
      <a:lvl5pPr marL="1828332" algn="l" defTabSz="914166" rtl="0" eaLnBrk="1" latinLnBrk="0" hangingPunct="1">
        <a:defRPr sz="1800" kern="1200">
          <a:solidFill>
            <a:schemeClr val="tx1"/>
          </a:solidFill>
          <a:latin typeface="+mn-lt"/>
          <a:ea typeface="+mn-ea"/>
          <a:cs typeface="+mn-cs"/>
        </a:defRPr>
      </a:lvl5pPr>
      <a:lvl6pPr marL="2285415" algn="l" defTabSz="914166" rtl="0" eaLnBrk="1" latinLnBrk="0" hangingPunct="1">
        <a:defRPr sz="1800" kern="1200">
          <a:solidFill>
            <a:schemeClr val="tx1"/>
          </a:solidFill>
          <a:latin typeface="+mn-lt"/>
          <a:ea typeface="+mn-ea"/>
          <a:cs typeface="+mn-cs"/>
        </a:defRPr>
      </a:lvl6pPr>
      <a:lvl7pPr marL="2742498" algn="l" defTabSz="914166" rtl="0" eaLnBrk="1" latinLnBrk="0" hangingPunct="1">
        <a:defRPr sz="1800" kern="1200">
          <a:solidFill>
            <a:schemeClr val="tx1"/>
          </a:solidFill>
          <a:latin typeface="+mn-lt"/>
          <a:ea typeface="+mn-ea"/>
          <a:cs typeface="+mn-cs"/>
        </a:defRPr>
      </a:lvl7pPr>
      <a:lvl8pPr marL="3199581" algn="l" defTabSz="914166" rtl="0" eaLnBrk="1" latinLnBrk="0" hangingPunct="1">
        <a:defRPr sz="1800" kern="1200">
          <a:solidFill>
            <a:schemeClr val="tx1"/>
          </a:solidFill>
          <a:latin typeface="+mn-lt"/>
          <a:ea typeface="+mn-ea"/>
          <a:cs typeface="+mn-cs"/>
        </a:defRPr>
      </a:lvl8pPr>
      <a:lvl9pPr marL="3656663" algn="l" defTabSz="9141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7.xml"/><Relationship Id="rId5" Type="http://schemas.openxmlformats.org/officeDocument/2006/relationships/image" Target="../media/image9.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451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dirty="0"/>
              <a:t>Making your Windows Store </a:t>
            </a:r>
            <a:r>
              <a:rPr lang="en-US" sz="5400" dirty="0" smtClean="0"/>
              <a:t>app </a:t>
            </a:r>
            <a:br>
              <a:rPr lang="en-US" sz="5400" dirty="0" smtClean="0"/>
            </a:br>
            <a:r>
              <a:rPr lang="en-US" sz="5400" dirty="0" smtClean="0"/>
              <a:t>more reliable</a:t>
            </a:r>
            <a:endParaRPr lang="en-US" sz="5400" dirty="0"/>
          </a:p>
        </p:txBody>
      </p:sp>
      <p:sp>
        <p:nvSpPr>
          <p:cNvPr id="3" name="Subtitle 2"/>
          <p:cNvSpPr>
            <a:spLocks noGrp="1"/>
          </p:cNvSpPr>
          <p:nvPr>
            <p:ph type="subTitle" idx="1"/>
          </p:nvPr>
        </p:nvSpPr>
        <p:spPr>
          <a:xfrm>
            <a:off x="274640" y="5478462"/>
            <a:ext cx="9143997" cy="1219201"/>
          </a:xfrm>
        </p:spPr>
        <p:txBody>
          <a:bodyPr/>
          <a:lstStyle/>
          <a:p>
            <a:r>
              <a:rPr lang="en-US" dirty="0" smtClean="0"/>
              <a:t>Harry Pierson</a:t>
            </a:r>
          </a:p>
          <a:p>
            <a:r>
              <a:rPr lang="en-US" dirty="0" smtClean="0"/>
              <a:t>Senior Program Manager, Runtime Experience Team</a:t>
            </a:r>
          </a:p>
          <a:p>
            <a:r>
              <a:rPr lang="en-US" dirty="0" smtClean="0"/>
              <a:t>@</a:t>
            </a:r>
            <a:r>
              <a:rPr lang="en-US" dirty="0" err="1" smtClean="0"/>
              <a:t>devhawk</a:t>
            </a:r>
            <a:endParaRPr lang="en-US" dirty="0" smtClean="0"/>
          </a:p>
          <a:p>
            <a:r>
              <a:rPr lang="en-US" dirty="0" smtClean="0"/>
              <a:t>3-136</a:t>
            </a:r>
          </a:p>
        </p:txBody>
      </p:sp>
    </p:spTree>
    <p:extLst>
      <p:ext uri="{BB962C8B-B14F-4D97-AF65-F5344CB8AC3E}">
        <p14:creationId xmlns:p14="http://schemas.microsoft.com/office/powerpoint/2010/main" val="231909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ratings and reviews are critical to </a:t>
            </a:r>
            <a:br>
              <a:rPr lang="en-US" dirty="0" smtClean="0"/>
            </a:br>
            <a:r>
              <a:rPr lang="en-US" dirty="0" smtClean="0"/>
              <a:t>the success of your Windows Store app.</a:t>
            </a:r>
            <a:endParaRPr lang="en-US" dirty="0"/>
          </a:p>
        </p:txBody>
      </p:sp>
    </p:spTree>
    <p:extLst>
      <p:ext uri="{BB962C8B-B14F-4D97-AF65-F5344CB8AC3E}">
        <p14:creationId xmlns:p14="http://schemas.microsoft.com/office/powerpoint/2010/main" val="202923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sz="3600" dirty="0" smtClean="0"/>
              <a:t>Unreliability is the top reason why users give apps bad ratings and reviews.</a:t>
            </a:r>
            <a:endParaRPr lang="en-US" sz="3600" dirty="0"/>
          </a:p>
        </p:txBody>
      </p:sp>
      <p:sp>
        <p:nvSpPr>
          <p:cNvPr id="4" name="Title 3"/>
          <p:cNvSpPr>
            <a:spLocks noGrp="1"/>
          </p:cNvSpPr>
          <p:nvPr>
            <p:ph type="title"/>
          </p:nvPr>
        </p:nvSpPr>
        <p:spPr/>
        <p:txBody>
          <a:bodyPr/>
          <a:lstStyle/>
          <a:p>
            <a:endParaRPr lang="en-US" dirty="0"/>
          </a:p>
        </p:txBody>
      </p:sp>
      <p:graphicFrame>
        <p:nvGraphicFramePr>
          <p:cNvPr id="3" name="Chart 2"/>
          <p:cNvGraphicFramePr/>
          <p:nvPr>
            <p:extLst/>
          </p:nvPr>
        </p:nvGraphicFramePr>
        <p:xfrm>
          <a:off x="3779836" y="1668483"/>
          <a:ext cx="8381999" cy="43433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8463529" y="6655971"/>
            <a:ext cx="3972946" cy="307777"/>
          </a:xfrm>
          <a:prstGeom prst="rect">
            <a:avLst/>
          </a:prstGeom>
          <a:noFill/>
        </p:spPr>
        <p:txBody>
          <a:bodyPr wrap="none" rtlCol="0">
            <a:spAutoFit/>
          </a:bodyPr>
          <a:lstStyle/>
          <a:p>
            <a:pPr algn="r"/>
            <a:r>
              <a:rPr lang="en-US" sz="1400" dirty="0" smtClean="0">
                <a:gradFill>
                  <a:gsLst>
                    <a:gs pos="0">
                      <a:srgbClr val="FFFFFF"/>
                    </a:gs>
                    <a:gs pos="100000">
                      <a:srgbClr val="FFFFFF"/>
                    </a:gs>
                  </a:gsLst>
                  <a:lin ang="5400000" scaled="0"/>
                </a:gradFill>
              </a:rPr>
              <a:t>Source: Apigee 2012 Mobile App Review Survey</a:t>
            </a:r>
          </a:p>
        </p:txBody>
      </p:sp>
    </p:spTree>
    <p:extLst>
      <p:ext uri="{BB962C8B-B14F-4D97-AF65-F5344CB8AC3E}">
        <p14:creationId xmlns:p14="http://schemas.microsoft.com/office/powerpoint/2010/main" val="2633842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89038" y="2107565"/>
            <a:ext cx="10058400" cy="912813"/>
          </a:xfrm>
          <a:prstGeom prst="rect">
            <a:avLst/>
          </a:prstGeom>
        </p:spPr>
        <p:txBody>
          <a:bodyPr vert="horz" lIns="0" tIns="0" rIns="0" bIns="0" rtlCol="0" anchor="t">
            <a:noAutofit/>
          </a:bodyPr>
          <a:lstStyle>
            <a:lvl1pPr algn="l" defTabSz="914166" rtl="0" eaLnBrk="1" latinLnBrk="0" hangingPunct="1">
              <a:spcBef>
                <a:spcPct val="0"/>
              </a:spcBef>
              <a:buNone/>
              <a:defRPr sz="3600" kern="1200">
                <a:gradFill>
                  <a:gsLst>
                    <a:gs pos="0">
                      <a:schemeClr val="tx1"/>
                    </a:gs>
                    <a:gs pos="100000">
                      <a:schemeClr val="tx1"/>
                    </a:gs>
                  </a:gsLst>
                  <a:lin ang="5400000" scaled="0"/>
                </a:gradFill>
                <a:latin typeface="+mj-lt"/>
                <a:ea typeface="+mj-ea"/>
                <a:cs typeface="+mj-cs"/>
              </a:defRPr>
            </a:lvl1pPr>
          </a:lstStyle>
          <a:p>
            <a:r>
              <a:rPr lang="en-US" dirty="0" smtClean="0">
                <a:gradFill>
                  <a:gsLst>
                    <a:gs pos="0">
                      <a:srgbClr val="FFFFFF"/>
                    </a:gs>
                    <a:gs pos="100000">
                      <a:srgbClr val="FFFFFF"/>
                    </a:gs>
                  </a:gsLst>
                  <a:lin ang="5400000" scaled="0"/>
                </a:gradFill>
              </a:rPr>
              <a:t>Bad things happen to good apps.</a:t>
            </a:r>
          </a:p>
        </p:txBody>
      </p:sp>
      <p:sp>
        <p:nvSpPr>
          <p:cNvPr id="2" name="Title 1"/>
          <p:cNvSpPr>
            <a:spLocks noGrp="1"/>
          </p:cNvSpPr>
          <p:nvPr>
            <p:ph type="title"/>
          </p:nvPr>
        </p:nvSpPr>
        <p:spPr>
          <a:xfrm>
            <a:off x="1189039" y="3421062"/>
            <a:ext cx="10058400" cy="912813"/>
          </a:xfrm>
        </p:spPr>
        <p:txBody>
          <a:bodyPr/>
          <a:lstStyle/>
          <a:p>
            <a:r>
              <a:rPr lang="en-US" dirty="0" smtClean="0"/>
              <a:t>Reliability is a continuing process.</a:t>
            </a:r>
            <a:br>
              <a:rPr lang="en-US" dirty="0" smtClean="0"/>
            </a:br>
            <a:endParaRPr lang="en-US" dirty="0"/>
          </a:p>
        </p:txBody>
      </p:sp>
    </p:spTree>
    <p:extLst>
      <p:ext uri="{BB962C8B-B14F-4D97-AF65-F5344CB8AC3E}">
        <p14:creationId xmlns:p14="http://schemas.microsoft.com/office/powerpoint/2010/main" val="120248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endParaRPr lang="en-US" dirty="0"/>
          </a:p>
        </p:txBody>
      </p:sp>
      <p:sp>
        <p:nvSpPr>
          <p:cNvPr id="3" name="Title 2"/>
          <p:cNvSpPr>
            <a:spLocks noGrp="1"/>
          </p:cNvSpPr>
          <p:nvPr>
            <p:ph type="title"/>
          </p:nvPr>
        </p:nvSpPr>
        <p:spPr/>
        <p:txBody>
          <a:bodyPr/>
          <a:lstStyle/>
          <a:p>
            <a:r>
              <a:rPr lang="en-US" dirty="0"/>
              <a:t>Monitor and regularly improve the quality of your app in order to avoid </a:t>
            </a:r>
            <a:r>
              <a:rPr lang="en-US" dirty="0" smtClean="0"/>
              <a:t/>
            </a:r>
            <a:br>
              <a:rPr lang="en-US" dirty="0" smtClean="0"/>
            </a:br>
            <a:r>
              <a:rPr lang="en-US" dirty="0" smtClean="0"/>
              <a:t>the </a:t>
            </a:r>
            <a:r>
              <a:rPr lang="en-US" dirty="0"/>
              <a:t>#1 cause of bad </a:t>
            </a:r>
            <a:r>
              <a:rPr lang="en-US" dirty="0" smtClean="0"/>
              <a:t>reviews.</a:t>
            </a:r>
            <a:endParaRPr lang="en-US" dirty="0"/>
          </a:p>
        </p:txBody>
      </p:sp>
    </p:spTree>
    <p:extLst>
      <p:ext uri="{BB962C8B-B14F-4D97-AF65-F5344CB8AC3E}">
        <p14:creationId xmlns:p14="http://schemas.microsoft.com/office/powerpoint/2010/main" val="203522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4846638" y="3040062"/>
            <a:ext cx="7315203" cy="914400"/>
          </a:xfrm>
        </p:spPr>
        <p:txBody>
          <a:bodyPr/>
          <a:lstStyle/>
          <a:p>
            <a:pPr>
              <a:spcAft>
                <a:spcPts val="864"/>
              </a:spcAft>
            </a:pPr>
            <a:r>
              <a:rPr lang="en-US" dirty="0" smtClean="0"/>
              <a:t>Quality telemetry and the </a:t>
            </a:r>
            <a:br>
              <a:rPr lang="en-US" dirty="0" smtClean="0"/>
            </a:br>
            <a:r>
              <a:rPr lang="en-US" dirty="0" smtClean="0"/>
              <a:t>Windows Dev Center</a:t>
            </a:r>
          </a:p>
          <a:p>
            <a:pPr>
              <a:spcAft>
                <a:spcPts val="864"/>
              </a:spcAft>
            </a:pPr>
            <a:r>
              <a:rPr lang="en-US" dirty="0" smtClean="0"/>
              <a:t>Adding logging to your app</a:t>
            </a:r>
          </a:p>
          <a:p>
            <a:pPr>
              <a:spcAft>
                <a:spcPts val="864"/>
              </a:spcAft>
            </a:pPr>
            <a:r>
              <a:rPr lang="en-US" dirty="0" smtClean="0"/>
              <a:t>New Windows Runtime error and logging APIs</a:t>
            </a:r>
          </a:p>
          <a:p>
            <a:pPr>
              <a:spcAft>
                <a:spcPts val="864"/>
              </a:spcAft>
            </a:pPr>
            <a:r>
              <a:rPr lang="en-US" dirty="0" smtClean="0"/>
              <a:t>End-to-end demo</a:t>
            </a:r>
            <a:endParaRPr lang="en-US" dirty="0"/>
          </a:p>
        </p:txBody>
      </p:sp>
      <p:sp>
        <p:nvSpPr>
          <p:cNvPr id="5" name="Title 4"/>
          <p:cNvSpPr>
            <a:spLocks noGrp="1"/>
          </p:cNvSpPr>
          <p:nvPr>
            <p:ph type="title"/>
          </p:nvPr>
        </p:nvSpPr>
        <p:spPr/>
        <p:txBody>
          <a:bodyPr/>
          <a:lstStyle/>
          <a:p>
            <a:r>
              <a:rPr lang="en-US" dirty="0" smtClean="0"/>
              <a:t>Agenda</a:t>
            </a:r>
            <a:br>
              <a:rPr lang="en-US" dirty="0" smtClean="0"/>
            </a:br>
            <a:endParaRPr lang="en-US" dirty="0"/>
          </a:p>
        </p:txBody>
      </p:sp>
      <p:pic>
        <p:nvPicPr>
          <p:cNvPr id="10" name="Picture Placeholder 4"/>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l="1" r="1"/>
          <a:stretch/>
        </p:blipFill>
        <p:spPr/>
      </p:pic>
    </p:spTree>
    <p:extLst>
      <p:ext uri="{BB962C8B-B14F-4D97-AF65-F5344CB8AC3E}">
        <p14:creationId xmlns:p14="http://schemas.microsoft.com/office/powerpoint/2010/main" val="32957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endParaRPr lang="en-US" dirty="0"/>
          </a:p>
        </p:txBody>
      </p:sp>
      <p:sp>
        <p:nvSpPr>
          <p:cNvPr id="4" name="Title 3"/>
          <p:cNvSpPr>
            <a:spLocks noGrp="1"/>
          </p:cNvSpPr>
          <p:nvPr>
            <p:ph type="title"/>
          </p:nvPr>
        </p:nvSpPr>
        <p:spPr/>
        <p:txBody>
          <a:bodyPr/>
          <a:lstStyle/>
          <a:p>
            <a:r>
              <a:rPr lang="en-US" dirty="0" smtClean="0"/>
              <a:t>Regularly review your app’s quality telemetry on the Windows Dev Center.</a:t>
            </a:r>
            <a:endParaRPr lang="en-US" dirty="0"/>
          </a:p>
        </p:txBody>
      </p:sp>
    </p:spTree>
    <p:extLst>
      <p:ext uri="{BB962C8B-B14F-4D97-AF65-F5344CB8AC3E}">
        <p14:creationId xmlns:p14="http://schemas.microsoft.com/office/powerpoint/2010/main" val="206605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Microsoft automatically collects analytics and telemetry data about your Windows Store app.</a:t>
            </a:r>
            <a:endParaRPr lang="en-US" dirty="0"/>
          </a:p>
        </p:txBody>
      </p:sp>
    </p:spTree>
    <p:extLst>
      <p:ext uri="{BB962C8B-B14F-4D97-AF65-F5344CB8AC3E}">
        <p14:creationId xmlns:p14="http://schemas.microsoft.com/office/powerpoint/2010/main" val="343757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2436475" cy="6995517"/>
          </a:xfrm>
          <a:prstGeom prst="rect">
            <a:avLst/>
          </a:prstGeom>
        </p:spPr>
      </p:pic>
      <p:sp>
        <p:nvSpPr>
          <p:cNvPr id="4" name="Rectangle 3"/>
          <p:cNvSpPr/>
          <p:nvPr/>
        </p:nvSpPr>
        <p:spPr bwMode="auto">
          <a:xfrm>
            <a:off x="2161709" y="537414"/>
            <a:ext cx="838200" cy="304800"/>
          </a:xfrm>
          <a:prstGeom prst="rect">
            <a:avLst/>
          </a:prstGeom>
          <a:noFill/>
          <a:ln w="38100">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t" anchorCtr="0"/>
          <a:lstStyle/>
          <a:p>
            <a:pPr algn="ctr" defTabSz="932406"/>
            <a:endParaRPr lang="en-US" sz="1600" spc="-102"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7097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3" y="1138"/>
            <a:ext cx="12434108" cy="6992248"/>
          </a:xfrm>
          <a:prstGeom prst="rect">
            <a:avLst/>
          </a:prstGeom>
        </p:spPr>
      </p:pic>
      <p:sp>
        <p:nvSpPr>
          <p:cNvPr id="4" name="Rectangle 3"/>
          <p:cNvSpPr/>
          <p:nvPr/>
        </p:nvSpPr>
        <p:spPr bwMode="auto">
          <a:xfrm>
            <a:off x="5913437" y="4409604"/>
            <a:ext cx="457200" cy="228600"/>
          </a:xfrm>
          <a:prstGeom prst="rect">
            <a:avLst/>
          </a:prstGeom>
          <a:noFill/>
          <a:ln w="38100">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t" anchorCtr="0"/>
          <a:lstStyle/>
          <a:p>
            <a:pPr algn="ctr" defTabSz="932406"/>
            <a:endParaRPr lang="en-US" sz="1600" spc="-102"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812406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1" y="-1"/>
            <a:ext cx="12436475" cy="6995517"/>
          </a:xfrm>
          <a:prstGeom prst="rect">
            <a:avLst/>
          </a:prstGeom>
        </p:spPr>
      </p:pic>
      <p:sp>
        <p:nvSpPr>
          <p:cNvPr id="5" name="Rectangle 4"/>
          <p:cNvSpPr/>
          <p:nvPr/>
        </p:nvSpPr>
        <p:spPr bwMode="auto">
          <a:xfrm>
            <a:off x="3932237" y="4788396"/>
            <a:ext cx="3048000" cy="1680666"/>
          </a:xfrm>
          <a:prstGeom prst="rect">
            <a:avLst/>
          </a:prstGeom>
          <a:noFill/>
          <a:ln w="38100">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t" anchorCtr="0"/>
          <a:lstStyle/>
          <a:p>
            <a:pPr algn="ctr" defTabSz="932406"/>
            <a:endParaRPr lang="en-US" sz="1600" spc="-102" dirty="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p:nvSpPr>
        <p:spPr bwMode="auto">
          <a:xfrm>
            <a:off x="6420065" y="5048811"/>
            <a:ext cx="457200" cy="152400"/>
          </a:xfrm>
          <a:prstGeom prst="rect">
            <a:avLst/>
          </a:prstGeom>
          <a:noFill/>
          <a:ln w="38100">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t" anchorCtr="0"/>
          <a:lstStyle/>
          <a:p>
            <a:pPr algn="ctr" defTabSz="932406"/>
            <a:endParaRPr lang="en-US" sz="1600" spc="-102"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24698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437" y="4419"/>
            <a:ext cx="8153399" cy="12272603"/>
          </a:xfrm>
          <a:prstGeom prst="rect">
            <a:avLst/>
          </a:prstGeom>
        </p:spPr>
      </p:pic>
    </p:spTree>
    <p:extLst>
      <p:ext uri="{BB962C8B-B14F-4D97-AF65-F5344CB8AC3E}">
        <p14:creationId xmlns:p14="http://schemas.microsoft.com/office/powerpoint/2010/main" val="2905471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3.56906E-6 -3.78121E-6 L 3.56906E-6 -0.74829 " pathEditMode="relative" rAng="0" ptsTypes="AA">
                                      <p:cBhvr>
                                        <p:cTn id="6" dur="2000" fill="hold"/>
                                        <p:tgtEl>
                                          <p:spTgt spid="4"/>
                                        </p:tgtEl>
                                        <p:attrNameLst>
                                          <p:attrName>ppt_x</p:attrName>
                                          <p:attrName>ppt_y</p:attrName>
                                        </p:attrNameLst>
                                      </p:cBhvr>
                                      <p:rCtr x="0" y="-374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Error reports are not as useful as you might think.</a:t>
            </a:r>
            <a:endParaRPr lang="en-US" dirty="0"/>
          </a:p>
        </p:txBody>
      </p:sp>
    </p:spTree>
    <p:extLst>
      <p:ext uri="{BB962C8B-B14F-4D97-AF65-F5344CB8AC3E}">
        <p14:creationId xmlns:p14="http://schemas.microsoft.com/office/powerpoint/2010/main" val="64308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endParaRPr lang="en-US" dirty="0"/>
          </a:p>
        </p:txBody>
      </p:sp>
      <p:sp>
        <p:nvSpPr>
          <p:cNvPr id="4" name="Title 3"/>
          <p:cNvSpPr>
            <a:spLocks noGrp="1"/>
          </p:cNvSpPr>
          <p:nvPr>
            <p:ph type="title"/>
          </p:nvPr>
        </p:nvSpPr>
        <p:spPr/>
        <p:txBody>
          <a:bodyPr/>
          <a:lstStyle/>
          <a:p>
            <a:r>
              <a:rPr lang="en-US" dirty="0"/>
              <a:t>Take advantage of </a:t>
            </a:r>
            <a:r>
              <a:rPr lang="en-US" dirty="0" smtClean="0"/>
              <a:t>the new </a:t>
            </a:r>
            <a:r>
              <a:rPr lang="en-US" dirty="0"/>
              <a:t>logging and </a:t>
            </a:r>
            <a:br>
              <a:rPr lang="en-US" dirty="0"/>
            </a:br>
            <a:r>
              <a:rPr lang="en-US" dirty="0"/>
              <a:t>error APIs </a:t>
            </a:r>
            <a:r>
              <a:rPr lang="en-US" dirty="0" smtClean="0"/>
              <a:t>to keep track of what is happening inside your application.</a:t>
            </a:r>
            <a:endParaRPr lang="en-US" dirty="0"/>
          </a:p>
        </p:txBody>
      </p:sp>
    </p:spTree>
    <p:extLst>
      <p:ext uri="{BB962C8B-B14F-4D97-AF65-F5344CB8AC3E}">
        <p14:creationId xmlns:p14="http://schemas.microsoft.com/office/powerpoint/2010/main" val="242328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Logs can provide temporal context needed to diagnose issues that occur on customers’ machines.</a:t>
            </a:r>
            <a:endParaRPr lang="en-US" dirty="0"/>
          </a:p>
        </p:txBody>
      </p:sp>
      <p:sp>
        <p:nvSpPr>
          <p:cNvPr id="3" name="Title 1"/>
          <p:cNvSpPr txBox="1">
            <a:spLocks/>
          </p:cNvSpPr>
          <p:nvPr/>
        </p:nvSpPr>
        <p:spPr>
          <a:xfrm>
            <a:off x="1189037" y="3803649"/>
            <a:ext cx="10058400" cy="912813"/>
          </a:xfrm>
          <a:prstGeom prst="rect">
            <a:avLst/>
          </a:prstGeom>
        </p:spPr>
        <p:txBody>
          <a:bodyPr vert="horz" lIns="0" tIns="0" rIns="0" bIns="0" rtlCol="0" anchor="t">
            <a:noAutofit/>
          </a:bodyPr>
          <a:lstStyle>
            <a:lvl1pPr algn="l" defTabSz="914166" rtl="0" eaLnBrk="1" latinLnBrk="0" hangingPunct="1">
              <a:spcBef>
                <a:spcPct val="0"/>
              </a:spcBef>
              <a:buNone/>
              <a:defRPr sz="3600" kern="1200">
                <a:gradFill>
                  <a:gsLst>
                    <a:gs pos="0">
                      <a:schemeClr val="tx1"/>
                    </a:gs>
                    <a:gs pos="100000">
                      <a:schemeClr val="tx1"/>
                    </a:gs>
                  </a:gsLst>
                  <a:lin ang="5400000" scaled="0"/>
                </a:gradFill>
                <a:latin typeface="+mj-lt"/>
                <a:ea typeface="+mj-ea"/>
                <a:cs typeface="+mj-cs"/>
              </a:defRPr>
            </a:lvl1pPr>
          </a:lstStyle>
          <a:p>
            <a:r>
              <a:rPr lang="en-US" dirty="0" smtClean="0">
                <a:gradFill>
                  <a:gsLst>
                    <a:gs pos="0">
                      <a:srgbClr val="FFFFFF"/>
                    </a:gs>
                    <a:gs pos="100000">
                      <a:srgbClr val="FFFFFF"/>
                    </a:gs>
                  </a:gsLst>
                  <a:lin ang="5400000" scaled="0"/>
                </a:gradFill>
              </a:rPr>
              <a:t>Windows 8.1 includes a new logging API </a:t>
            </a:r>
            <a:br>
              <a:rPr lang="en-US" dirty="0" smtClean="0">
                <a:gradFill>
                  <a:gsLst>
                    <a:gs pos="0">
                      <a:srgbClr val="FFFFFF"/>
                    </a:gs>
                    <a:gs pos="100000">
                      <a:srgbClr val="FFFFFF"/>
                    </a:gs>
                  </a:gsLst>
                  <a:lin ang="5400000" scaled="0"/>
                </a:gradFill>
              </a:rPr>
            </a:br>
            <a:r>
              <a:rPr lang="en-US" dirty="0" smtClean="0">
                <a:gradFill>
                  <a:gsLst>
                    <a:gs pos="0">
                      <a:srgbClr val="FFFFFF"/>
                    </a:gs>
                    <a:gs pos="100000">
                      <a:srgbClr val="FFFFFF"/>
                    </a:gs>
                  </a:gsLst>
                  <a:lin ang="5400000" scaled="0"/>
                </a:gradFill>
              </a:rPr>
              <a:t>that’s very simple to use.</a:t>
            </a:r>
            <a:endParaRPr lang="en-US"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280255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475038" y="1668482"/>
            <a:ext cx="8686801" cy="5029181"/>
          </a:xfrm>
        </p:spPr>
        <p:txBody>
          <a:bodyPr/>
          <a:lstStyle/>
          <a:p>
            <a:endParaRPr lang="en-US" sz="2400" dirty="0">
              <a:latin typeface="+mn-lt"/>
              <a:ea typeface="+mj-ea"/>
              <a:cs typeface="+mj-cs"/>
            </a:endParaRPr>
          </a:p>
        </p:txBody>
      </p:sp>
      <p:sp>
        <p:nvSpPr>
          <p:cNvPr id="7" name="Rectangle 6"/>
          <p:cNvSpPr/>
          <p:nvPr/>
        </p:nvSpPr>
        <p:spPr>
          <a:xfrm>
            <a:off x="7477821" y="3408349"/>
            <a:ext cx="1752600" cy="594360"/>
          </a:xfrm>
          <a:prstGeom prst="rect">
            <a:avLst/>
          </a:prstGeom>
          <a:solidFill>
            <a:srgbClr val="00B0F0"/>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Circular </a:t>
            </a:r>
            <a:br>
              <a:rPr lang="en-US" sz="1600" dirty="0" smtClean="0">
                <a:gradFill>
                  <a:gsLst>
                    <a:gs pos="0">
                      <a:srgbClr val="FFFFFF"/>
                    </a:gs>
                    <a:gs pos="100000">
                      <a:srgbClr val="FFFFFF"/>
                    </a:gs>
                  </a:gsLst>
                  <a:lin ang="5400000" scaled="0"/>
                </a:gradFill>
              </a:rPr>
            </a:br>
            <a:r>
              <a:rPr lang="en-US" sz="1600" dirty="0" smtClean="0">
                <a:gradFill>
                  <a:gsLst>
                    <a:gs pos="0">
                      <a:srgbClr val="FFFFFF"/>
                    </a:gs>
                    <a:gs pos="100000">
                      <a:srgbClr val="FFFFFF"/>
                    </a:gs>
                  </a:gsLst>
                  <a:lin ang="5400000" scaled="0"/>
                </a:gradFill>
              </a:rPr>
              <a:t>Memory Buffer</a:t>
            </a:r>
            <a:endParaRPr lang="en-US" sz="1600" dirty="0">
              <a:gradFill>
                <a:gsLst>
                  <a:gs pos="0">
                    <a:srgbClr val="FFFFFF"/>
                  </a:gs>
                  <a:gs pos="100000">
                    <a:srgbClr val="FFFFFF"/>
                  </a:gs>
                </a:gsLst>
                <a:lin ang="5400000" scaled="0"/>
              </a:gradFill>
            </a:endParaRPr>
          </a:p>
        </p:txBody>
      </p:sp>
      <p:sp>
        <p:nvSpPr>
          <p:cNvPr id="16" name="Curved Down Arrow 15"/>
          <p:cNvSpPr/>
          <p:nvPr/>
        </p:nvSpPr>
        <p:spPr bwMode="auto">
          <a:xfrm flipH="1">
            <a:off x="7477820" y="2951130"/>
            <a:ext cx="1752600" cy="453258"/>
          </a:xfrm>
          <a:prstGeom prst="curvedDownArrow">
            <a:avLst/>
          </a:prstGeom>
          <a:solidFill>
            <a:srgbClr val="00B0F0"/>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endParaRPr lang="en-US" sz="1400" dirty="0">
              <a:gradFill>
                <a:gsLst>
                  <a:gs pos="0">
                    <a:srgbClr val="FFFFFF"/>
                  </a:gs>
                  <a:gs pos="100000">
                    <a:srgbClr val="FFFFFF"/>
                  </a:gs>
                </a:gsLst>
                <a:lin ang="5400000" scaled="0"/>
              </a:gradFill>
            </a:endParaRPr>
          </a:p>
        </p:txBody>
      </p:sp>
      <p:sp>
        <p:nvSpPr>
          <p:cNvPr id="2" name="Text Placeholder 1"/>
          <p:cNvSpPr>
            <a:spLocks noGrp="1"/>
          </p:cNvSpPr>
          <p:nvPr>
            <p:ph type="body" sz="quarter" idx="11"/>
          </p:nvPr>
        </p:nvSpPr>
        <p:spPr/>
        <p:txBody>
          <a:bodyPr/>
          <a:lstStyle/>
          <a:p>
            <a:r>
              <a:rPr lang="en-US" dirty="0" smtClean="0">
                <a:solidFill>
                  <a:srgbClr val="505050"/>
                </a:solidFill>
              </a:rPr>
              <a:t>Keep a running log of recent events. </a:t>
            </a:r>
          </a:p>
          <a:p>
            <a:endParaRPr lang="en-US" dirty="0">
              <a:solidFill>
                <a:srgbClr val="505050"/>
              </a:solidFill>
            </a:endParaRPr>
          </a:p>
          <a:p>
            <a:r>
              <a:rPr lang="en-US" dirty="0" smtClean="0">
                <a:solidFill>
                  <a:srgbClr val="505050"/>
                </a:solidFill>
              </a:rPr>
              <a:t>Save and send that log when an error is detected.</a:t>
            </a:r>
            <a:endParaRPr lang="en-US" dirty="0">
              <a:solidFill>
                <a:srgbClr val="505050"/>
              </a:solidFill>
            </a:endParaRPr>
          </a:p>
        </p:txBody>
      </p:sp>
      <p:sp>
        <p:nvSpPr>
          <p:cNvPr id="24" name="Title 23"/>
          <p:cNvSpPr>
            <a:spLocks noGrp="1"/>
          </p:cNvSpPr>
          <p:nvPr>
            <p:ph type="title"/>
          </p:nvPr>
        </p:nvSpPr>
        <p:spPr/>
        <p:txBody>
          <a:bodyPr>
            <a:normAutofit/>
          </a:bodyPr>
          <a:lstStyle/>
          <a:p>
            <a:r>
              <a:rPr lang="en-US" dirty="0" smtClean="0"/>
              <a:t>Logging to memory</a:t>
            </a:r>
            <a:endParaRPr lang="en-US" dirty="0"/>
          </a:p>
        </p:txBody>
      </p:sp>
      <p:sp>
        <p:nvSpPr>
          <p:cNvPr id="9" name="Rectangle 8"/>
          <p:cNvSpPr/>
          <p:nvPr/>
        </p:nvSpPr>
        <p:spPr>
          <a:xfrm>
            <a:off x="6218237" y="3885892"/>
            <a:ext cx="1535374" cy="594360"/>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Logging Session</a:t>
            </a:r>
            <a:endParaRPr lang="en-US" sz="1600" dirty="0">
              <a:gradFill>
                <a:gsLst>
                  <a:gs pos="0">
                    <a:srgbClr val="FFFFFF"/>
                  </a:gs>
                  <a:gs pos="100000">
                    <a:srgbClr val="FFFFFF"/>
                  </a:gs>
                </a:gsLst>
                <a:lin ang="5400000" scaled="0"/>
              </a:gradFill>
            </a:endParaRPr>
          </a:p>
        </p:txBody>
      </p:sp>
      <p:grpSp>
        <p:nvGrpSpPr>
          <p:cNvPr id="33" name="Group 32"/>
          <p:cNvGrpSpPr/>
          <p:nvPr/>
        </p:nvGrpSpPr>
        <p:grpSpPr>
          <a:xfrm>
            <a:off x="4224701" y="2787072"/>
            <a:ext cx="1249436" cy="2792000"/>
            <a:chOff x="4224701" y="2919896"/>
            <a:chExt cx="1249436" cy="2792000"/>
          </a:xfrm>
        </p:grpSpPr>
        <p:sp>
          <p:nvSpPr>
            <p:cNvPr id="11" name="Rectangle 10"/>
            <p:cNvSpPr/>
            <p:nvPr/>
          </p:nvSpPr>
          <p:spPr>
            <a:xfrm>
              <a:off x="4224701" y="4379124"/>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sp>
          <p:nvSpPr>
            <p:cNvPr id="30" name="Rectangle 29"/>
            <p:cNvSpPr/>
            <p:nvPr/>
          </p:nvSpPr>
          <p:spPr>
            <a:xfrm>
              <a:off x="4224701" y="5116900"/>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sp>
          <p:nvSpPr>
            <p:cNvPr id="31" name="Rectangle 30"/>
            <p:cNvSpPr/>
            <p:nvPr/>
          </p:nvSpPr>
          <p:spPr>
            <a:xfrm>
              <a:off x="4224701" y="2919896"/>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a:t>
              </a:r>
              <a:r>
                <a:rPr lang="en-US" sz="1600" dirty="0" smtClean="0">
                  <a:gradFill>
                    <a:gsLst>
                      <a:gs pos="0">
                        <a:srgbClr val="FFFFFF"/>
                      </a:gs>
                      <a:gs pos="100000">
                        <a:srgbClr val="FFFFFF"/>
                      </a:gs>
                    </a:gsLst>
                    <a:lin ang="5400000" scaled="0"/>
                  </a:gradFill>
                </a:rPr>
                <a:t>Channel</a:t>
              </a:r>
              <a:endParaRPr lang="en-US" sz="1600" dirty="0">
                <a:gradFill>
                  <a:gsLst>
                    <a:gs pos="0">
                      <a:srgbClr val="FFFFFF"/>
                    </a:gs>
                    <a:gs pos="100000">
                      <a:srgbClr val="FFFFFF"/>
                    </a:gs>
                  </a:gsLst>
                  <a:lin ang="5400000" scaled="0"/>
                </a:gradFill>
              </a:endParaRPr>
            </a:p>
          </p:txBody>
        </p:sp>
        <p:sp>
          <p:nvSpPr>
            <p:cNvPr id="32" name="Rectangle 31"/>
            <p:cNvSpPr/>
            <p:nvPr/>
          </p:nvSpPr>
          <p:spPr>
            <a:xfrm>
              <a:off x="4224701" y="3657672"/>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grpSp>
      <p:cxnSp>
        <p:nvCxnSpPr>
          <p:cNvPr id="35" name="Straight Arrow Connector 34"/>
          <p:cNvCxnSpPr>
            <a:stCxn id="11" idx="3"/>
            <a:endCxn id="9" idx="1"/>
          </p:cNvCxnSpPr>
          <p:nvPr/>
        </p:nvCxnSpPr>
        <p:spPr>
          <a:xfrm flipV="1">
            <a:off x="5474137" y="4183072"/>
            <a:ext cx="744100" cy="360726"/>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30" idx="3"/>
            <a:endCxn id="9" idx="1"/>
          </p:cNvCxnSpPr>
          <p:nvPr/>
        </p:nvCxnSpPr>
        <p:spPr>
          <a:xfrm flipV="1">
            <a:off x="5474137" y="4183072"/>
            <a:ext cx="744100" cy="1098502"/>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2" idx="3"/>
            <a:endCxn id="9" idx="1"/>
          </p:cNvCxnSpPr>
          <p:nvPr/>
        </p:nvCxnSpPr>
        <p:spPr>
          <a:xfrm>
            <a:off x="5474137" y="3822346"/>
            <a:ext cx="744100" cy="360726"/>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1" idx="3"/>
            <a:endCxn id="9" idx="1"/>
          </p:cNvCxnSpPr>
          <p:nvPr/>
        </p:nvCxnSpPr>
        <p:spPr>
          <a:xfrm>
            <a:off x="5474137" y="3084570"/>
            <a:ext cx="744100" cy="1098502"/>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9" idx="0"/>
            <a:endCxn id="7" idx="1"/>
          </p:cNvCxnSpPr>
          <p:nvPr/>
        </p:nvCxnSpPr>
        <p:spPr>
          <a:xfrm rot="5400000" flipH="1" flipV="1">
            <a:off x="7141691" y="3549763"/>
            <a:ext cx="180363" cy="491897"/>
          </a:xfrm>
          <a:prstGeom prst="bentConnector2">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54" name="Explosion 1 53"/>
          <p:cNvSpPr/>
          <p:nvPr/>
        </p:nvSpPr>
        <p:spPr bwMode="auto">
          <a:xfrm>
            <a:off x="6228231" y="4839145"/>
            <a:ext cx="1137314" cy="1118590"/>
          </a:xfrm>
          <a:prstGeom prst="irregularSeal1">
            <a:avLst/>
          </a:prstGeom>
          <a:solidFill>
            <a:srgbClr val="E8112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anchor="b" anchorCtr="0"/>
          <a:lstStyle/>
          <a:p>
            <a:pPr defTabSz="932406"/>
            <a:r>
              <a:rPr lang="en-US" sz="1600" spc="-102" dirty="0" smtClean="0">
                <a:gradFill>
                  <a:gsLst>
                    <a:gs pos="0">
                      <a:srgbClr val="FFFFFF"/>
                    </a:gs>
                    <a:gs pos="100000">
                      <a:srgbClr val="FFFFFF"/>
                    </a:gs>
                  </a:gsLst>
                  <a:lin ang="5400000" scaled="0"/>
                </a:gradFill>
                <a:ea typeface="Segoe UI" pitchFamily="34" charset="0"/>
                <a:cs typeface="Segoe UI" pitchFamily="34" charset="0"/>
              </a:rPr>
              <a:t>Error</a:t>
            </a:r>
            <a:endParaRPr lang="en-US" sz="1600" spc="-102" dirty="0">
              <a:gradFill>
                <a:gsLst>
                  <a:gs pos="0">
                    <a:srgbClr val="FFFFFF"/>
                  </a:gs>
                  <a:gs pos="100000">
                    <a:srgbClr val="FFFFFF"/>
                  </a:gs>
                </a:gsLst>
                <a:lin ang="5400000" scaled="0"/>
              </a:gradFill>
              <a:ea typeface="Segoe UI" pitchFamily="34" charset="0"/>
              <a:cs typeface="Segoe UI" pitchFamily="34" charset="0"/>
            </a:endParaRPr>
          </a:p>
        </p:txBody>
      </p:sp>
      <p:sp>
        <p:nvSpPr>
          <p:cNvPr id="56" name="Flowchart: Magnetic Disk 55"/>
          <p:cNvSpPr/>
          <p:nvPr/>
        </p:nvSpPr>
        <p:spPr bwMode="auto">
          <a:xfrm>
            <a:off x="7753611" y="5571216"/>
            <a:ext cx="1268674" cy="910146"/>
          </a:xfrm>
          <a:prstGeom prst="flowChartMagneticDisk">
            <a:avLst/>
          </a:prstGeom>
          <a:solidFill>
            <a:srgbClr val="00B0F0"/>
          </a:solidFill>
          <a:ln>
            <a:solidFill>
              <a:srgbClr val="FFFFFF"/>
            </a:solid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Log File</a:t>
            </a:r>
            <a:endParaRPr lang="en-US" sz="1600" dirty="0">
              <a:gradFill>
                <a:gsLst>
                  <a:gs pos="0">
                    <a:srgbClr val="FFFFFF"/>
                  </a:gs>
                  <a:gs pos="100000">
                    <a:srgbClr val="FFFFFF"/>
                  </a:gs>
                </a:gsLst>
                <a:lin ang="5400000" scaled="0"/>
              </a:gradFill>
            </a:endParaRPr>
          </a:p>
        </p:txBody>
      </p:sp>
      <p:sp>
        <p:nvSpPr>
          <p:cNvPr id="57" name="Cloud 56"/>
          <p:cNvSpPr/>
          <p:nvPr/>
        </p:nvSpPr>
        <p:spPr bwMode="auto">
          <a:xfrm>
            <a:off x="10256837" y="3725872"/>
            <a:ext cx="1644826" cy="914400"/>
          </a:xfrm>
          <a:prstGeom prst="cloud">
            <a:avLst/>
          </a:prstGeom>
          <a:solidFill>
            <a:srgbClr val="00B0F0"/>
          </a:solidFill>
          <a:ln>
            <a:solidFill>
              <a:srgbClr val="FFFFFF"/>
            </a:solid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Your  Backend</a:t>
            </a:r>
            <a:endParaRPr lang="en-US" sz="1600" dirty="0">
              <a:gradFill>
                <a:gsLst>
                  <a:gs pos="0">
                    <a:srgbClr val="FFFFFF"/>
                  </a:gs>
                  <a:gs pos="100000">
                    <a:srgbClr val="FFFFFF"/>
                  </a:gs>
                </a:gsLst>
                <a:lin ang="5400000" scaled="0"/>
              </a:gradFill>
            </a:endParaRPr>
          </a:p>
        </p:txBody>
      </p:sp>
      <p:cxnSp>
        <p:nvCxnSpPr>
          <p:cNvPr id="59" name="Straight Arrow Connector 58"/>
          <p:cNvCxnSpPr>
            <a:stCxn id="7" idx="2"/>
            <a:endCxn id="56" idx="1"/>
          </p:cNvCxnSpPr>
          <p:nvPr/>
        </p:nvCxnSpPr>
        <p:spPr>
          <a:xfrm>
            <a:off x="8354121" y="4002709"/>
            <a:ext cx="33827" cy="156850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63" name="Elbow Connector 62"/>
          <p:cNvCxnSpPr>
            <a:stCxn id="56" idx="4"/>
            <a:endCxn id="57" idx="1"/>
          </p:cNvCxnSpPr>
          <p:nvPr/>
        </p:nvCxnSpPr>
        <p:spPr>
          <a:xfrm flipV="1">
            <a:off x="9022285" y="4639298"/>
            <a:ext cx="2056965" cy="1386991"/>
          </a:xfrm>
          <a:prstGeom prst="bentConnector2">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371034" y="4459928"/>
            <a:ext cx="1534138" cy="307777"/>
          </a:xfrm>
          <a:prstGeom prst="rect">
            <a:avLst/>
          </a:prstGeom>
          <a:noFill/>
        </p:spPr>
        <p:txBody>
          <a:bodyPr wrap="none" rtlCol="0">
            <a:spAutoFit/>
          </a:bodyPr>
          <a:lstStyle/>
          <a:p>
            <a:r>
              <a:rPr lang="en-US" sz="1400" dirty="0" smtClean="0">
                <a:solidFill>
                  <a:srgbClr val="505050"/>
                </a:solidFill>
                <a:ea typeface="+mj-ea"/>
                <a:cs typeface="+mj-cs"/>
              </a:rPr>
              <a:t>SaveToDiskAsync</a:t>
            </a:r>
            <a:endParaRPr lang="en-US" sz="1400" dirty="0">
              <a:solidFill>
                <a:srgbClr val="505050"/>
              </a:solidFill>
              <a:ea typeface="+mj-ea"/>
              <a:cs typeface="+mj-cs"/>
            </a:endParaRPr>
          </a:p>
        </p:txBody>
      </p:sp>
      <p:sp>
        <p:nvSpPr>
          <p:cNvPr id="34" name="TextBox 33"/>
          <p:cNvSpPr txBox="1"/>
          <p:nvPr/>
        </p:nvSpPr>
        <p:spPr>
          <a:xfrm>
            <a:off x="9111264" y="6026289"/>
            <a:ext cx="1907573" cy="307777"/>
          </a:xfrm>
          <a:prstGeom prst="rect">
            <a:avLst/>
          </a:prstGeom>
          <a:noFill/>
        </p:spPr>
        <p:txBody>
          <a:bodyPr wrap="none" rtlCol="0">
            <a:spAutoFit/>
          </a:bodyPr>
          <a:lstStyle/>
          <a:p>
            <a:r>
              <a:rPr lang="en-US" sz="1400" dirty="0" smtClean="0">
                <a:solidFill>
                  <a:srgbClr val="505050"/>
                </a:solidFill>
                <a:ea typeface="+mj-ea"/>
                <a:cs typeface="+mj-cs"/>
              </a:rPr>
              <a:t>Background Uploader</a:t>
            </a:r>
            <a:endParaRPr lang="en-US" sz="1400" dirty="0">
              <a:solidFill>
                <a:srgbClr val="505050"/>
              </a:solidFill>
              <a:ea typeface="+mj-ea"/>
              <a:cs typeface="+mj-cs"/>
            </a:endParaRPr>
          </a:p>
        </p:txBody>
      </p:sp>
    </p:spTree>
    <p:extLst>
      <p:ext uri="{BB962C8B-B14F-4D97-AF65-F5344CB8AC3E}">
        <p14:creationId xmlns:p14="http://schemas.microsoft.com/office/powerpoint/2010/main" val="409550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500"/>
                                        <p:tgtEl>
                                          <p:spTgt spid="4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500"/>
                                        <p:tgtEl>
                                          <p:spTgt spid="3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strips(upRight)">
                                      <p:cBhvr>
                                        <p:cTn id="24" dur="500"/>
                                        <p:tgtEl>
                                          <p:spTgt spid="52"/>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44"/>
                                        </p:tgtEl>
                                      </p:cBhvr>
                                    </p:animEffect>
                                    <p:set>
                                      <p:cBhvr>
                                        <p:cTn id="33" dur="1" fill="hold">
                                          <p:stCondLst>
                                            <p:cond delay="499"/>
                                          </p:stCondLst>
                                        </p:cTn>
                                        <p:tgtEl>
                                          <p:spTgt spid="44"/>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41"/>
                                        </p:tgtEl>
                                      </p:cBhvr>
                                    </p:animEffect>
                                    <p:set>
                                      <p:cBhvr>
                                        <p:cTn id="36" dur="1" fill="hold">
                                          <p:stCondLst>
                                            <p:cond delay="499"/>
                                          </p:stCondLst>
                                        </p:cTn>
                                        <p:tgtEl>
                                          <p:spTgt spid="41"/>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35"/>
                                        </p:tgtEl>
                                      </p:cBhvr>
                                    </p:animEffect>
                                    <p:set>
                                      <p:cBhvr>
                                        <p:cTn id="39" dur="1" fill="hold">
                                          <p:stCondLst>
                                            <p:cond delay="499"/>
                                          </p:stCondLst>
                                        </p:cTn>
                                        <p:tgtEl>
                                          <p:spTgt spid="35"/>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36"/>
                                        </p:tgtEl>
                                      </p:cBhvr>
                                    </p:animEffect>
                                    <p:set>
                                      <p:cBhvr>
                                        <p:cTn id="42" dur="1" fill="hold">
                                          <p:stCondLst>
                                            <p:cond delay="499"/>
                                          </p:stCondLst>
                                        </p:cTn>
                                        <p:tgtEl>
                                          <p:spTgt spid="36"/>
                                        </p:tgtEl>
                                        <p:attrNameLst>
                                          <p:attrName>style.visibility</p:attrName>
                                        </p:attrNameLst>
                                      </p:cBhvr>
                                      <p:to>
                                        <p:strVal val="hidden"/>
                                      </p:to>
                                    </p:se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wipe(left)">
                                      <p:cBhvr>
                                        <p:cTn id="46" dur="500"/>
                                        <p:tgtEl>
                                          <p:spTgt spid="44"/>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left)">
                                      <p:cBhvr>
                                        <p:cTn id="50" dur="500"/>
                                        <p:tgtEl>
                                          <p:spTgt spid="41"/>
                                        </p:tgtEl>
                                      </p:cBhvr>
                                    </p:animEffect>
                                  </p:childTnLst>
                                </p:cTn>
                              </p:par>
                            </p:childTnLst>
                          </p:cTn>
                        </p:par>
                        <p:par>
                          <p:cTn id="51" fill="hold">
                            <p:stCondLst>
                              <p:cond delay="1500"/>
                            </p:stCondLst>
                            <p:childTnLst>
                              <p:par>
                                <p:cTn id="52" presetID="22" presetClass="entr" presetSubtype="8" fill="hold" nodeType="after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childTnLst>
                          </p:cTn>
                        </p:par>
                        <p:par>
                          <p:cTn id="55" fill="hold">
                            <p:stCondLst>
                              <p:cond delay="2000"/>
                            </p:stCondLst>
                            <p:childTnLst>
                              <p:par>
                                <p:cTn id="56" presetID="22" presetClass="entr" presetSubtype="8" fill="hold" nodeType="after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wipe(left)">
                                      <p:cBhvr>
                                        <p:cTn id="58" dur="500"/>
                                        <p:tgtEl>
                                          <p:spTgt spid="36"/>
                                        </p:tgtEl>
                                      </p:cBhvr>
                                    </p:animEffect>
                                  </p:childTnLst>
                                </p:cTn>
                              </p:par>
                            </p:childTnLst>
                          </p:cTn>
                        </p:par>
                        <p:par>
                          <p:cTn id="59" fill="hold">
                            <p:stCondLst>
                              <p:cond delay="2500"/>
                            </p:stCondLst>
                            <p:childTnLst>
                              <p:par>
                                <p:cTn id="60" presetID="22" presetClass="entr" presetSubtype="2"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right)">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41" presetClass="entr" presetSubtype="0" fill="hold" grpId="0" nodeType="clickEffect">
                                  <p:stCondLst>
                                    <p:cond delay="0"/>
                                  </p:stCondLst>
                                  <p:iterate type="lt">
                                    <p:tmPct val="10000"/>
                                  </p:iterate>
                                  <p:childTnLst>
                                    <p:set>
                                      <p:cBhvr>
                                        <p:cTn id="66" dur="1" fill="hold">
                                          <p:stCondLst>
                                            <p:cond delay="0"/>
                                          </p:stCondLst>
                                        </p:cTn>
                                        <p:tgtEl>
                                          <p:spTgt spid="54"/>
                                        </p:tgtEl>
                                        <p:attrNameLst>
                                          <p:attrName>style.visibility</p:attrName>
                                        </p:attrNameLst>
                                      </p:cBhvr>
                                      <p:to>
                                        <p:strVal val="visible"/>
                                      </p:to>
                                    </p:set>
                                    <p:anim calcmode="lin" valueType="num">
                                      <p:cBhvr>
                                        <p:cTn id="67" dur="500" fill="hold"/>
                                        <p:tgtEl>
                                          <p:spTgt spid="54"/>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54"/>
                                        </p:tgtEl>
                                        <p:attrNameLst>
                                          <p:attrName>ppt_y</p:attrName>
                                        </p:attrNameLst>
                                      </p:cBhvr>
                                      <p:tavLst>
                                        <p:tav tm="0">
                                          <p:val>
                                            <p:strVal val="#ppt_y"/>
                                          </p:val>
                                        </p:tav>
                                        <p:tav tm="100000">
                                          <p:val>
                                            <p:strVal val="#ppt_y"/>
                                          </p:val>
                                        </p:tav>
                                      </p:tavLst>
                                    </p:anim>
                                    <p:anim calcmode="lin" valueType="num">
                                      <p:cBhvr>
                                        <p:cTn id="69" dur="500" fill="hold"/>
                                        <p:tgtEl>
                                          <p:spTgt spid="54"/>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54"/>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5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59"/>
                                        </p:tgtEl>
                                        <p:attrNameLst>
                                          <p:attrName>style.visibility</p:attrName>
                                        </p:attrNameLst>
                                      </p:cBhvr>
                                      <p:to>
                                        <p:strVal val="visible"/>
                                      </p:to>
                                    </p:set>
                                    <p:animEffect transition="in" filter="wipe(up)">
                                      <p:cBhvr>
                                        <p:cTn id="76" dur="500"/>
                                        <p:tgtEl>
                                          <p:spTgt spid="59"/>
                                        </p:tgtEl>
                                      </p:cBhvr>
                                    </p:animEffect>
                                  </p:childTnLst>
                                </p:cTn>
                              </p:par>
                              <p:par>
                                <p:cTn id="77" presetID="10" presetClass="entr" presetSubtype="0" fill="hold" grpId="0" nodeType="withEffect">
                                  <p:stCondLst>
                                    <p:cond delay="50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500"/>
                                        <p:tgtEl>
                                          <p:spTgt spid="15"/>
                                        </p:tgtEl>
                                      </p:cBhvr>
                                    </p:animEffect>
                                  </p:childTnLst>
                                </p:cTn>
                              </p:par>
                            </p:childTnLst>
                          </p:cTn>
                        </p:par>
                        <p:par>
                          <p:cTn id="80" fill="hold">
                            <p:stCondLst>
                              <p:cond delay="1000"/>
                            </p:stCondLst>
                            <p:childTnLst>
                              <p:par>
                                <p:cTn id="81" presetID="10" presetClass="entr" presetSubtype="0" fill="hold" grpId="0" nodeType="afterEffect">
                                  <p:stCondLst>
                                    <p:cond delay="0"/>
                                  </p:stCondLst>
                                  <p:childTnLst>
                                    <p:set>
                                      <p:cBhvr>
                                        <p:cTn id="82" dur="1" fill="hold">
                                          <p:stCondLst>
                                            <p:cond delay="0"/>
                                          </p:stCondLst>
                                        </p:cTn>
                                        <p:tgtEl>
                                          <p:spTgt spid="56"/>
                                        </p:tgtEl>
                                        <p:attrNameLst>
                                          <p:attrName>style.visibility</p:attrName>
                                        </p:attrNameLst>
                                      </p:cBhvr>
                                      <p:to>
                                        <p:strVal val="visible"/>
                                      </p:to>
                                    </p:set>
                                    <p:animEffect transition="in" filter="fade">
                                      <p:cBhvr>
                                        <p:cTn id="83" dur="500"/>
                                        <p:tgtEl>
                                          <p:spTgt spid="56"/>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fade">
                                      <p:cBhvr>
                                        <p:cTn id="88" dur="500"/>
                                        <p:tgtEl>
                                          <p:spTgt spid="57"/>
                                        </p:tgtEl>
                                      </p:cBhvr>
                                    </p:animEffect>
                                  </p:childTnLst>
                                </p:cTn>
                              </p:par>
                            </p:childTnLst>
                          </p:cTn>
                        </p:par>
                        <p:par>
                          <p:cTn id="89" fill="hold">
                            <p:stCondLst>
                              <p:cond delay="500"/>
                            </p:stCondLst>
                            <p:childTnLst>
                              <p:par>
                                <p:cTn id="90" presetID="18" presetClass="entr" presetSubtype="3" fill="hold" nodeType="afterEffect">
                                  <p:stCondLst>
                                    <p:cond delay="0"/>
                                  </p:stCondLst>
                                  <p:childTnLst>
                                    <p:set>
                                      <p:cBhvr>
                                        <p:cTn id="91" dur="1" fill="hold">
                                          <p:stCondLst>
                                            <p:cond delay="0"/>
                                          </p:stCondLst>
                                        </p:cTn>
                                        <p:tgtEl>
                                          <p:spTgt spid="63"/>
                                        </p:tgtEl>
                                        <p:attrNameLst>
                                          <p:attrName>style.visibility</p:attrName>
                                        </p:attrNameLst>
                                      </p:cBhvr>
                                      <p:to>
                                        <p:strVal val="visible"/>
                                      </p:to>
                                    </p:set>
                                    <p:animEffect transition="in" filter="strips(upRight)">
                                      <p:cBhvr>
                                        <p:cTn id="92" dur="500"/>
                                        <p:tgtEl>
                                          <p:spTgt spid="6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P spid="54" grpId="0" animBg="1"/>
      <p:bldP spid="56" grpId="0" animBg="1"/>
      <p:bldP spid="57" grpId="0" animBg="1"/>
      <p:bldP spid="15" grpId="0"/>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LoggingChannel example</a:t>
            </a:r>
            <a:endParaRPr lang="en-US" dirty="0"/>
          </a:p>
        </p:txBody>
      </p:sp>
      <p:sp>
        <p:nvSpPr>
          <p:cNvPr id="3" name="Content Placeholder 2"/>
          <p:cNvSpPr>
            <a:spLocks noGrp="1"/>
          </p:cNvSpPr>
          <p:nvPr>
            <p:ph sz="quarter" idx="14"/>
          </p:nvPr>
        </p:nvSpPr>
        <p:spPr/>
        <p:txBody>
          <a:bodyPr>
            <a:normAutofit/>
          </a:bodyPr>
          <a:lstStyle/>
          <a:p>
            <a:r>
              <a:rPr lang="en-US" dirty="0" smtClean="0">
                <a:solidFill>
                  <a:srgbClr val="0000FF"/>
                </a:solidFill>
                <a:highlight>
                  <a:srgbClr val="FFFFFF"/>
                </a:highlight>
              </a:rPr>
              <a:t>var </a:t>
            </a:r>
            <a:r>
              <a:rPr lang="en-US" dirty="0" smtClean="0"/>
              <a:t>channel = </a:t>
            </a:r>
            <a:r>
              <a:rPr lang="en-US" dirty="0">
                <a:solidFill>
                  <a:srgbClr val="0000FF"/>
                </a:solidFill>
                <a:highlight>
                  <a:srgbClr val="FFFFFF"/>
                </a:highlight>
              </a:rPr>
              <a:t>new</a:t>
            </a:r>
            <a:r>
              <a:rPr lang="en-US" dirty="0" smtClean="0"/>
              <a:t> </a:t>
            </a:r>
            <a:r>
              <a:rPr lang="en-US" dirty="0">
                <a:solidFill>
                  <a:srgbClr val="2B91AF"/>
                </a:solidFill>
                <a:highlight>
                  <a:srgbClr val="FFFFFF"/>
                </a:highlight>
              </a:rPr>
              <a:t>LoggingChannel </a:t>
            </a:r>
            <a:r>
              <a:rPr lang="en-US" dirty="0" smtClean="0"/>
              <a:t>(</a:t>
            </a:r>
            <a:r>
              <a:rPr lang="en-US" dirty="0" smtClean="0">
                <a:solidFill>
                  <a:srgbClr val="A31515"/>
                </a:solidFill>
                <a:highlight>
                  <a:srgbClr val="FFFFFF"/>
                </a:highlight>
              </a:rPr>
              <a:t>"ChannelName"</a:t>
            </a:r>
            <a:r>
              <a:rPr lang="en-US" dirty="0" smtClean="0"/>
              <a:t>);</a:t>
            </a:r>
          </a:p>
          <a:p>
            <a:r>
              <a:rPr lang="en-US" dirty="0" smtClean="0"/>
              <a:t>channel.LoggingEnabled += (sender</a:t>
            </a:r>
            <a:r>
              <a:rPr lang="en-US" dirty="0"/>
              <a:t>, </a:t>
            </a:r>
            <a:r>
              <a:rPr lang="en-US" dirty="0" smtClean="0"/>
              <a:t>args) =&gt; {</a:t>
            </a:r>
          </a:p>
          <a:p>
            <a:r>
              <a:rPr lang="en-US" dirty="0" smtClean="0"/>
              <a:t>    _isLoggingEnabled = sender.Enabled;</a:t>
            </a:r>
          </a:p>
          <a:p>
            <a:r>
              <a:rPr lang="en-US" dirty="0" smtClean="0"/>
              <a:t>    _channelLoggingLevel = sender.Level; }</a:t>
            </a:r>
          </a:p>
          <a:p>
            <a:endParaRPr lang="en-US" dirty="0" smtClean="0"/>
          </a:p>
          <a:p>
            <a:r>
              <a:rPr lang="en-US" dirty="0" smtClean="0">
                <a:solidFill>
                  <a:srgbClr val="0000FF"/>
                </a:solidFill>
                <a:highlight>
                  <a:srgbClr val="FFFFFF"/>
                </a:highlight>
              </a:rPr>
              <a:t>var </a:t>
            </a:r>
            <a:r>
              <a:rPr lang="en-US" dirty="0" smtClean="0"/>
              <a:t>level = </a:t>
            </a:r>
            <a:r>
              <a:rPr lang="en-US" dirty="0" smtClean="0">
                <a:solidFill>
                  <a:srgbClr val="2B91AF"/>
                </a:solidFill>
                <a:highlight>
                  <a:srgbClr val="FFFFFF"/>
                </a:highlight>
              </a:rPr>
              <a:t>LoggingLevel</a:t>
            </a:r>
            <a:r>
              <a:rPr lang="en-US" dirty="0" smtClean="0"/>
              <a:t>.Error;</a:t>
            </a:r>
          </a:p>
          <a:p>
            <a:r>
              <a:rPr lang="en-US" dirty="0" smtClean="0">
                <a:solidFill>
                  <a:srgbClr val="0000FF"/>
                </a:solidFill>
                <a:highlight>
                  <a:srgbClr val="FFFFFF"/>
                </a:highlight>
              </a:rPr>
              <a:t>if</a:t>
            </a:r>
            <a:r>
              <a:rPr lang="en-US" dirty="0" smtClean="0"/>
              <a:t> (_isLoggingEnabled &amp;&amp; level &gt;= _channelLoggingLevel) {</a:t>
            </a:r>
          </a:p>
          <a:p>
            <a:r>
              <a:rPr lang="en-US" dirty="0" smtClean="0"/>
              <a:t>  channel.LogMessage(</a:t>
            </a:r>
            <a:r>
              <a:rPr lang="en-US" dirty="0" smtClean="0">
                <a:solidFill>
                  <a:srgbClr val="A31515"/>
                </a:solidFill>
                <a:highlight>
                  <a:srgbClr val="FFFFFF"/>
                </a:highlight>
              </a:rPr>
              <a:t>"Message to log"</a:t>
            </a:r>
            <a:r>
              <a:rPr lang="en-US" dirty="0" smtClean="0"/>
              <a:t>, level);</a:t>
            </a:r>
          </a:p>
          <a:p>
            <a:r>
              <a:rPr lang="en-US" dirty="0" smtClean="0"/>
              <a:t>  channel.LogValuePair(</a:t>
            </a:r>
            <a:r>
              <a:rPr lang="en-US" dirty="0" smtClean="0">
                <a:solidFill>
                  <a:srgbClr val="A31515"/>
                </a:solidFill>
                <a:highlight>
                  <a:srgbClr val="FFFFFF"/>
                </a:highlight>
              </a:rPr>
              <a:t>"Count"</a:t>
            </a:r>
            <a:r>
              <a:rPr lang="en-US" dirty="0" smtClean="0"/>
              <a:t>, 42, level); }</a:t>
            </a:r>
            <a:endParaRPr lang="en-US" dirty="0"/>
          </a:p>
        </p:txBody>
      </p:sp>
      <p:sp>
        <p:nvSpPr>
          <p:cNvPr id="7" name="Content Placeholder 2"/>
          <p:cNvSpPr txBox="1">
            <a:spLocks/>
          </p:cNvSpPr>
          <p:nvPr/>
        </p:nvSpPr>
        <p:spPr>
          <a:xfrm>
            <a:off x="274637" y="1668462"/>
            <a:ext cx="11887200" cy="5029201"/>
          </a:xfrm>
          <a:prstGeom prst="rect">
            <a:avLst/>
          </a:prstGeom>
        </p:spPr>
        <p:txBody>
          <a:bodyPr vert="horz" lIns="0" tIns="0" rIns="0" bIns="0" rtlCol="0">
            <a:normAutofit/>
          </a:bodyPr>
          <a:lstStyle>
            <a:lvl1pPr marL="0" indent="0" algn="l" defTabSz="914166" rtl="0" eaLnBrk="1" latinLnBrk="0" hangingPunct="1">
              <a:spcBef>
                <a:spcPct val="20000"/>
              </a:spcBef>
              <a:spcAft>
                <a:spcPts val="816"/>
              </a:spcAft>
              <a:buFont typeface="Arial" pitchFamily="34" charset="0"/>
              <a:buNone/>
              <a:defRPr sz="2400" kern="1200">
                <a:solidFill>
                  <a:srgbClr val="505050"/>
                </a:solidFill>
                <a:latin typeface="Consolas" pitchFamily="49" charset="0"/>
                <a:ea typeface="+mn-ea"/>
                <a:cs typeface="Consolas" pitchFamily="49" charset="0"/>
              </a:defRPr>
            </a:lvl1pPr>
            <a:lvl2pPr marL="0" indent="0" algn="l" defTabSz="914166" rtl="0" eaLnBrk="1" latinLnBrk="0" hangingPunct="1">
              <a:spcBef>
                <a:spcPct val="20000"/>
              </a:spcBef>
              <a:spcAft>
                <a:spcPts val="816"/>
              </a:spcAft>
              <a:buFont typeface="Arial" pitchFamily="34" charset="0"/>
              <a:buNone/>
              <a:defRPr sz="2400" kern="1200">
                <a:solidFill>
                  <a:srgbClr val="505050"/>
                </a:solidFill>
                <a:latin typeface="Consolas" pitchFamily="49" charset="0"/>
                <a:ea typeface="+mn-ea"/>
                <a:cs typeface="Consolas" pitchFamily="49" charset="0"/>
              </a:defRPr>
            </a:lvl2pPr>
            <a:lvl3pPr marL="457082" indent="-228541" algn="l" defTabSz="914166" rtl="0" eaLnBrk="1" latinLnBrk="0" hangingPunct="1">
              <a:spcBef>
                <a:spcPct val="20000"/>
              </a:spcBef>
              <a:spcAft>
                <a:spcPts val="816"/>
              </a:spcAft>
              <a:buFont typeface="Arial" pitchFamily="34" charset="0"/>
              <a:buChar char="•"/>
              <a:defRPr sz="2400" kern="1200">
                <a:solidFill>
                  <a:srgbClr val="505050"/>
                </a:solidFill>
                <a:latin typeface="Consolas" pitchFamily="49" charset="0"/>
                <a:ea typeface="+mn-ea"/>
                <a:cs typeface="Consolas" pitchFamily="49" charset="0"/>
              </a:defRPr>
            </a:lvl3pPr>
            <a:lvl4pPr marL="739586" indent="-282503" algn="l" defTabSz="914166" rtl="0" eaLnBrk="1" latinLnBrk="0" hangingPunct="1">
              <a:spcBef>
                <a:spcPct val="20000"/>
              </a:spcBef>
              <a:buFont typeface="Arial" pitchFamily="34" charset="0"/>
              <a:buChar char="–"/>
              <a:defRPr sz="2000" kern="1200">
                <a:solidFill>
                  <a:srgbClr val="505050"/>
                </a:solidFill>
                <a:latin typeface="+mn-lt"/>
                <a:ea typeface="+mn-ea"/>
                <a:cs typeface="+mn-cs"/>
              </a:defRPr>
            </a:lvl4pPr>
            <a:lvl5pPr marL="1033199" indent="-293612" algn="l" defTabSz="914166" rtl="0" eaLnBrk="1" latinLnBrk="0" hangingPunct="1">
              <a:spcBef>
                <a:spcPct val="20000"/>
              </a:spcBef>
              <a:buFont typeface="Arial" pitchFamily="34" charset="0"/>
              <a:buChar char="»"/>
              <a:defRPr sz="1800" kern="1200">
                <a:solidFill>
                  <a:srgbClr val="505050"/>
                </a:solidFill>
                <a:latin typeface="+mn-lt"/>
                <a:ea typeface="+mn-ea"/>
                <a:cs typeface="+mn-cs"/>
              </a:defRPr>
            </a:lvl5pPr>
            <a:lvl6pPr marL="2513956"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38"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22"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04" indent="-228541" algn="l" defTabSz="914166"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solidFill>
                  <a:srgbClr val="0000FF"/>
                </a:solidFill>
                <a:highlight>
                  <a:srgbClr val="FFFFFF"/>
                </a:highlight>
              </a:rPr>
              <a:t>var </a:t>
            </a:r>
            <a:r>
              <a:rPr lang="en-US" dirty="0" smtClean="0"/>
              <a:t>channel = </a:t>
            </a:r>
            <a:r>
              <a:rPr lang="en-US" dirty="0" smtClean="0">
                <a:solidFill>
                  <a:srgbClr val="0000FF"/>
                </a:solidFill>
                <a:highlight>
                  <a:srgbClr val="FFFFFF"/>
                </a:highlight>
              </a:rPr>
              <a:t>new</a:t>
            </a:r>
            <a:r>
              <a:rPr lang="en-US" dirty="0" smtClean="0"/>
              <a:t> </a:t>
            </a:r>
            <a:r>
              <a:rPr lang="en-US" dirty="0" smtClean="0">
                <a:solidFill>
                  <a:srgbClr val="2B91AF"/>
                </a:solidFill>
                <a:highlight>
                  <a:srgbClr val="FFFFFF"/>
                </a:highlight>
              </a:rPr>
              <a:t>LoggingChannel </a:t>
            </a:r>
            <a:r>
              <a:rPr lang="en-US" dirty="0" smtClean="0"/>
              <a:t>(</a:t>
            </a:r>
            <a:r>
              <a:rPr lang="en-US" dirty="0" smtClean="0">
                <a:solidFill>
                  <a:srgbClr val="A31515"/>
                </a:solidFill>
                <a:highlight>
                  <a:srgbClr val="FFFFFF"/>
                </a:highlight>
              </a:rPr>
              <a:t>"ChannelName"</a:t>
            </a:r>
            <a:r>
              <a:rPr lang="en-US" dirty="0" smtClean="0"/>
              <a:t>);</a:t>
            </a:r>
          </a:p>
          <a:p>
            <a:r>
              <a:rPr lang="en-US" dirty="0" smtClean="0"/>
              <a:t>channel.LoggingEnabled += (sender, args) =&gt; {</a:t>
            </a:r>
          </a:p>
          <a:p>
            <a:r>
              <a:rPr lang="en-US" dirty="0" smtClean="0"/>
              <a:t>    _isLoggingEnabled = sender.Enabled;</a:t>
            </a:r>
          </a:p>
          <a:p>
            <a:r>
              <a:rPr lang="en-US" dirty="0" smtClean="0"/>
              <a:t>    _channelLoggingLevel = sender.Level; }</a:t>
            </a:r>
          </a:p>
        </p:txBody>
      </p:sp>
    </p:spTree>
    <p:extLst>
      <p:ext uri="{BB962C8B-B14F-4D97-AF65-F5344CB8AC3E}">
        <p14:creationId xmlns:p14="http://schemas.microsoft.com/office/powerpoint/2010/main" val="192216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LoggingSession example</a:t>
            </a:r>
            <a:endParaRPr lang="en-US" dirty="0"/>
          </a:p>
        </p:txBody>
      </p:sp>
      <p:sp>
        <p:nvSpPr>
          <p:cNvPr id="3" name="Content Placeholder 2"/>
          <p:cNvSpPr>
            <a:spLocks noGrp="1"/>
          </p:cNvSpPr>
          <p:nvPr>
            <p:ph sz="quarter" idx="14"/>
          </p:nvPr>
        </p:nvSpPr>
        <p:spPr/>
        <p:txBody>
          <a:bodyPr/>
          <a:lstStyle/>
          <a:p>
            <a:r>
              <a:rPr lang="en-US" dirty="0" smtClean="0">
                <a:solidFill>
                  <a:srgbClr val="0000FF"/>
                </a:solidFill>
                <a:highlight>
                  <a:srgbClr val="FFFFFF"/>
                </a:highlight>
              </a:rPr>
              <a:t>var</a:t>
            </a:r>
            <a:r>
              <a:rPr lang="en-US" dirty="0" smtClean="0"/>
              <a:t> session </a:t>
            </a:r>
            <a:r>
              <a:rPr lang="en-US" dirty="0"/>
              <a:t>= </a:t>
            </a:r>
            <a:r>
              <a:rPr lang="en-US" dirty="0">
                <a:solidFill>
                  <a:srgbClr val="0000FF"/>
                </a:solidFill>
                <a:highlight>
                  <a:srgbClr val="FFFFFF"/>
                </a:highlight>
              </a:rPr>
              <a:t>new</a:t>
            </a:r>
            <a:r>
              <a:rPr lang="en-US" dirty="0"/>
              <a:t> </a:t>
            </a:r>
            <a:r>
              <a:rPr lang="en-US" dirty="0">
                <a:solidFill>
                  <a:srgbClr val="2B91AF"/>
                </a:solidFill>
                <a:highlight>
                  <a:srgbClr val="FFFFFF"/>
                </a:highlight>
              </a:rPr>
              <a:t>LoggingSession</a:t>
            </a:r>
            <a:r>
              <a:rPr lang="en-US" dirty="0" smtClean="0"/>
              <a:t>(</a:t>
            </a:r>
            <a:r>
              <a:rPr lang="en-US" dirty="0" smtClean="0">
                <a:solidFill>
                  <a:srgbClr val="A31515"/>
                </a:solidFill>
                <a:highlight>
                  <a:srgbClr val="FFFFFF"/>
                </a:highlight>
              </a:rPr>
              <a:t>"</a:t>
            </a:r>
            <a:r>
              <a:rPr lang="en-US" dirty="0">
                <a:solidFill>
                  <a:srgbClr val="A31515"/>
                </a:solidFill>
                <a:highlight>
                  <a:srgbClr val="FFFFFF"/>
                </a:highlight>
              </a:rPr>
              <a:t>Session Name</a:t>
            </a:r>
            <a:r>
              <a:rPr lang="en-US" dirty="0" smtClean="0">
                <a:solidFill>
                  <a:srgbClr val="A31515"/>
                </a:solidFill>
                <a:highlight>
                  <a:srgbClr val="FFFFFF"/>
                </a:highlight>
              </a:rPr>
              <a:t>"</a:t>
            </a:r>
            <a:r>
              <a:rPr lang="en-US" dirty="0" smtClean="0"/>
              <a:t>);</a:t>
            </a:r>
          </a:p>
          <a:p>
            <a:r>
              <a:rPr lang="en-US" dirty="0"/>
              <a:t>session.AddLoggingChannel(channel, </a:t>
            </a:r>
            <a:r>
              <a:rPr lang="en-US" dirty="0" smtClean="0">
                <a:solidFill>
                  <a:srgbClr val="2B91AF"/>
                </a:solidFill>
                <a:highlight>
                  <a:srgbClr val="FFFFFF"/>
                </a:highlight>
              </a:rPr>
              <a:t>LoggingLevel</a:t>
            </a:r>
            <a:r>
              <a:rPr lang="en-US" dirty="0" smtClean="0"/>
              <a:t>.Warning);</a:t>
            </a:r>
          </a:p>
          <a:p>
            <a:endParaRPr lang="en-US" dirty="0" smtClean="0"/>
          </a:p>
          <a:p>
            <a:r>
              <a:rPr lang="en-US" dirty="0" smtClean="0">
                <a:solidFill>
                  <a:srgbClr val="008000"/>
                </a:solidFill>
                <a:highlight>
                  <a:srgbClr val="FFFFFF"/>
                </a:highlight>
              </a:rPr>
              <a:t>//when error detected, save the log session to disk then upload</a:t>
            </a:r>
            <a:endParaRPr lang="en-US" dirty="0" smtClean="0"/>
          </a:p>
          <a:p>
            <a:r>
              <a:rPr lang="en-US" dirty="0">
                <a:solidFill>
                  <a:srgbClr val="2B91AF"/>
                </a:solidFill>
                <a:highlight>
                  <a:srgbClr val="FFFFFF"/>
                </a:highlight>
              </a:rPr>
              <a:t>StorageFile</a:t>
            </a:r>
            <a:r>
              <a:rPr lang="en-US" dirty="0" smtClean="0">
                <a:solidFill>
                  <a:srgbClr val="0000FF"/>
                </a:solidFill>
                <a:highlight>
                  <a:srgbClr val="FFFFFF"/>
                </a:highlight>
              </a:rPr>
              <a:t> </a:t>
            </a:r>
            <a:r>
              <a:rPr lang="en-US" dirty="0" smtClean="0"/>
              <a:t>logFile = </a:t>
            </a:r>
            <a:r>
              <a:rPr lang="en-US" dirty="0">
                <a:solidFill>
                  <a:srgbClr val="0000FF"/>
                </a:solidFill>
                <a:highlight>
                  <a:srgbClr val="FFFFFF"/>
                </a:highlight>
              </a:rPr>
              <a:t>await</a:t>
            </a:r>
            <a:r>
              <a:rPr lang="en-US" dirty="0" smtClean="0"/>
              <a:t> session.SaveToFileAsync(logFolder, name)</a:t>
            </a:r>
          </a:p>
          <a:p>
            <a:r>
              <a:rPr lang="en-US" dirty="0" smtClean="0">
                <a:solidFill>
                  <a:srgbClr val="008000"/>
                </a:solidFill>
                <a:highlight>
                  <a:srgbClr val="FFFFFF"/>
                </a:highlight>
              </a:rPr>
              <a:t>//background uploader code omitted</a:t>
            </a:r>
            <a:endParaRPr lang="en-US" dirty="0"/>
          </a:p>
        </p:txBody>
      </p:sp>
    </p:spTree>
    <p:extLst>
      <p:ext uri="{BB962C8B-B14F-4D97-AF65-F5344CB8AC3E}">
        <p14:creationId xmlns:p14="http://schemas.microsoft.com/office/powerpoint/2010/main" val="284554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475038" y="1668482"/>
            <a:ext cx="8686801" cy="5029181"/>
          </a:xfrm>
        </p:spPr>
        <p:txBody>
          <a:bodyPr/>
          <a:lstStyle/>
          <a:p>
            <a:endParaRPr lang="en-US" sz="2400" dirty="0">
              <a:latin typeface="+mn-lt"/>
              <a:ea typeface="+mj-ea"/>
              <a:cs typeface="+mj-cs"/>
            </a:endParaRPr>
          </a:p>
        </p:txBody>
      </p:sp>
      <p:sp>
        <p:nvSpPr>
          <p:cNvPr id="7" name="Rectangle 6"/>
          <p:cNvSpPr/>
          <p:nvPr/>
        </p:nvSpPr>
        <p:spPr>
          <a:xfrm>
            <a:off x="6218237" y="4399502"/>
            <a:ext cx="1546627" cy="594360"/>
          </a:xfrm>
          <a:prstGeom prst="rect">
            <a:avLst/>
          </a:prstGeom>
          <a:solidFill>
            <a:srgbClr val="00B0F0"/>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Memory Buffer</a:t>
            </a:r>
            <a:endParaRPr lang="en-US" sz="1600" dirty="0">
              <a:gradFill>
                <a:gsLst>
                  <a:gs pos="0">
                    <a:srgbClr val="FFFFFF"/>
                  </a:gs>
                  <a:gs pos="100000">
                    <a:srgbClr val="FFFFFF"/>
                  </a:gs>
                </a:gsLst>
                <a:lin ang="5400000" scaled="0"/>
              </a:gradFill>
            </a:endParaRPr>
          </a:p>
        </p:txBody>
      </p:sp>
      <p:sp>
        <p:nvSpPr>
          <p:cNvPr id="2" name="Text Placeholder 1"/>
          <p:cNvSpPr>
            <a:spLocks noGrp="1"/>
          </p:cNvSpPr>
          <p:nvPr>
            <p:ph type="body" sz="quarter" idx="11"/>
          </p:nvPr>
        </p:nvSpPr>
        <p:spPr/>
        <p:txBody>
          <a:bodyPr/>
          <a:lstStyle/>
          <a:p>
            <a:r>
              <a:rPr lang="en-US" dirty="0">
                <a:solidFill>
                  <a:srgbClr val="505050"/>
                </a:solidFill>
              </a:rPr>
              <a:t>Log all events to disk. </a:t>
            </a:r>
            <a:endParaRPr lang="en-US" dirty="0" smtClean="0">
              <a:solidFill>
                <a:srgbClr val="505050"/>
              </a:solidFill>
            </a:endParaRPr>
          </a:p>
          <a:p>
            <a:endParaRPr lang="en-US" dirty="0">
              <a:solidFill>
                <a:srgbClr val="505050"/>
              </a:solidFill>
            </a:endParaRPr>
          </a:p>
          <a:p>
            <a:r>
              <a:rPr lang="en-US" dirty="0" smtClean="0">
                <a:solidFill>
                  <a:srgbClr val="505050"/>
                </a:solidFill>
              </a:rPr>
              <a:t>Send </a:t>
            </a:r>
            <a:r>
              <a:rPr lang="en-US" dirty="0">
                <a:solidFill>
                  <a:srgbClr val="505050"/>
                </a:solidFill>
              </a:rPr>
              <a:t>log file when file reaches a specified size. </a:t>
            </a:r>
            <a:endParaRPr lang="en-US" dirty="0" smtClean="0">
              <a:solidFill>
                <a:srgbClr val="505050"/>
              </a:solidFill>
            </a:endParaRPr>
          </a:p>
          <a:p>
            <a:endParaRPr lang="en-US" dirty="0">
              <a:solidFill>
                <a:srgbClr val="505050"/>
              </a:solidFill>
            </a:endParaRPr>
          </a:p>
          <a:p>
            <a:r>
              <a:rPr lang="en-US" dirty="0" smtClean="0">
                <a:solidFill>
                  <a:srgbClr val="505050"/>
                </a:solidFill>
              </a:rPr>
              <a:t>Flush log memory </a:t>
            </a:r>
            <a:r>
              <a:rPr lang="en-US" dirty="0">
                <a:solidFill>
                  <a:srgbClr val="505050"/>
                </a:solidFill>
              </a:rPr>
              <a:t>buffer to disk on crash </a:t>
            </a:r>
            <a:r>
              <a:rPr lang="en-US" dirty="0" smtClean="0">
                <a:solidFill>
                  <a:srgbClr val="505050"/>
                </a:solidFill>
              </a:rPr>
              <a:t>and send just like in the log to memory example.</a:t>
            </a:r>
            <a:endParaRPr lang="en-US" dirty="0">
              <a:solidFill>
                <a:srgbClr val="505050"/>
              </a:solidFill>
            </a:endParaRPr>
          </a:p>
        </p:txBody>
      </p:sp>
      <p:sp>
        <p:nvSpPr>
          <p:cNvPr id="24" name="Title 23"/>
          <p:cNvSpPr>
            <a:spLocks noGrp="1"/>
          </p:cNvSpPr>
          <p:nvPr>
            <p:ph type="title"/>
          </p:nvPr>
        </p:nvSpPr>
        <p:spPr/>
        <p:txBody>
          <a:bodyPr>
            <a:normAutofit/>
          </a:bodyPr>
          <a:lstStyle/>
          <a:p>
            <a:r>
              <a:rPr lang="en-US" dirty="0" smtClean="0"/>
              <a:t>Logging to disk</a:t>
            </a:r>
            <a:endParaRPr lang="en-US" dirty="0"/>
          </a:p>
        </p:txBody>
      </p:sp>
      <p:sp>
        <p:nvSpPr>
          <p:cNvPr id="9" name="Rectangle 8"/>
          <p:cNvSpPr/>
          <p:nvPr/>
        </p:nvSpPr>
        <p:spPr>
          <a:xfrm>
            <a:off x="6223863" y="3300682"/>
            <a:ext cx="1535374" cy="594360"/>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File Logging Session</a:t>
            </a:r>
            <a:endParaRPr lang="en-US" sz="1600" dirty="0">
              <a:gradFill>
                <a:gsLst>
                  <a:gs pos="0">
                    <a:srgbClr val="FFFFFF"/>
                  </a:gs>
                  <a:gs pos="100000">
                    <a:srgbClr val="FFFFFF"/>
                  </a:gs>
                </a:gsLst>
                <a:lin ang="5400000" scaled="0"/>
              </a:gradFill>
            </a:endParaRPr>
          </a:p>
        </p:txBody>
      </p:sp>
      <p:grpSp>
        <p:nvGrpSpPr>
          <p:cNvPr id="33" name="Group 32"/>
          <p:cNvGrpSpPr/>
          <p:nvPr/>
        </p:nvGrpSpPr>
        <p:grpSpPr>
          <a:xfrm>
            <a:off x="4224701" y="2201862"/>
            <a:ext cx="1249436" cy="2792000"/>
            <a:chOff x="4224701" y="2919896"/>
            <a:chExt cx="1249436" cy="2792000"/>
          </a:xfrm>
        </p:grpSpPr>
        <p:sp>
          <p:nvSpPr>
            <p:cNvPr id="11" name="Rectangle 10"/>
            <p:cNvSpPr/>
            <p:nvPr/>
          </p:nvSpPr>
          <p:spPr>
            <a:xfrm>
              <a:off x="4224701" y="4379124"/>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sp>
          <p:nvSpPr>
            <p:cNvPr id="30" name="Rectangle 29"/>
            <p:cNvSpPr/>
            <p:nvPr/>
          </p:nvSpPr>
          <p:spPr>
            <a:xfrm>
              <a:off x="4224701" y="5116900"/>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sp>
          <p:nvSpPr>
            <p:cNvPr id="31" name="Rectangle 30"/>
            <p:cNvSpPr/>
            <p:nvPr/>
          </p:nvSpPr>
          <p:spPr>
            <a:xfrm>
              <a:off x="4224701" y="2919896"/>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sp>
          <p:nvSpPr>
            <p:cNvPr id="32" name="Rectangle 31"/>
            <p:cNvSpPr/>
            <p:nvPr/>
          </p:nvSpPr>
          <p:spPr>
            <a:xfrm>
              <a:off x="4224701" y="3657672"/>
              <a:ext cx="1249436" cy="594996"/>
            </a:xfrm>
            <a:prstGeom prst="rect">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a:gradFill>
                    <a:gsLst>
                      <a:gs pos="0">
                        <a:srgbClr val="FFFFFF"/>
                      </a:gs>
                      <a:gs pos="100000">
                        <a:srgbClr val="FFFFFF"/>
                      </a:gs>
                    </a:gsLst>
                    <a:lin ang="5400000" scaled="0"/>
                  </a:gradFill>
                </a:rPr>
                <a:t>Logging Channel</a:t>
              </a:r>
            </a:p>
          </p:txBody>
        </p:sp>
      </p:grpSp>
      <p:cxnSp>
        <p:nvCxnSpPr>
          <p:cNvPr id="35" name="Straight Arrow Connector 34"/>
          <p:cNvCxnSpPr>
            <a:stCxn id="11" idx="3"/>
            <a:endCxn id="9" idx="1"/>
          </p:cNvCxnSpPr>
          <p:nvPr/>
        </p:nvCxnSpPr>
        <p:spPr>
          <a:xfrm flipV="1">
            <a:off x="5474137" y="3597862"/>
            <a:ext cx="749726" cy="360726"/>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30" idx="3"/>
            <a:endCxn id="9" idx="1"/>
          </p:cNvCxnSpPr>
          <p:nvPr/>
        </p:nvCxnSpPr>
        <p:spPr>
          <a:xfrm flipV="1">
            <a:off x="5474137" y="3597862"/>
            <a:ext cx="749726" cy="1098502"/>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2" idx="3"/>
            <a:endCxn id="9" idx="1"/>
          </p:cNvCxnSpPr>
          <p:nvPr/>
        </p:nvCxnSpPr>
        <p:spPr>
          <a:xfrm>
            <a:off x="5474137" y="3237136"/>
            <a:ext cx="749726" cy="360726"/>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1" idx="3"/>
            <a:endCxn id="9" idx="1"/>
          </p:cNvCxnSpPr>
          <p:nvPr/>
        </p:nvCxnSpPr>
        <p:spPr>
          <a:xfrm>
            <a:off x="5474137" y="2499360"/>
            <a:ext cx="749726" cy="1098502"/>
          </a:xfrm>
          <a:prstGeom prst="straightConnector1">
            <a:avLst/>
          </a:prstGeom>
          <a:ln>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9" idx="2"/>
            <a:endCxn id="7" idx="0"/>
          </p:cNvCxnSpPr>
          <p:nvPr/>
        </p:nvCxnSpPr>
        <p:spPr>
          <a:xfrm rot="16200000" flipH="1">
            <a:off x="6739320" y="4147271"/>
            <a:ext cx="504460" cy="1"/>
          </a:xfrm>
          <a:prstGeom prst="bent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56" name="Flowchart: Magnetic Disk 55"/>
          <p:cNvSpPr/>
          <p:nvPr/>
        </p:nvSpPr>
        <p:spPr bwMode="auto">
          <a:xfrm>
            <a:off x="6357213" y="5571216"/>
            <a:ext cx="1268674" cy="910146"/>
          </a:xfrm>
          <a:prstGeom prst="flowChartMagneticDisk">
            <a:avLst/>
          </a:prstGeom>
          <a:solidFill>
            <a:srgbClr val="00B0F0"/>
          </a:solidFill>
          <a:ln>
            <a:solidFill>
              <a:srgbClr val="FFFFFF"/>
            </a:solid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Log File</a:t>
            </a:r>
            <a:endParaRPr lang="en-US" sz="1600" dirty="0">
              <a:gradFill>
                <a:gsLst>
                  <a:gs pos="0">
                    <a:srgbClr val="FFFFFF"/>
                  </a:gs>
                  <a:gs pos="100000">
                    <a:srgbClr val="FFFFFF"/>
                  </a:gs>
                </a:gsLst>
                <a:lin ang="5400000" scaled="0"/>
              </a:gradFill>
            </a:endParaRPr>
          </a:p>
        </p:txBody>
      </p:sp>
      <p:sp>
        <p:nvSpPr>
          <p:cNvPr id="57" name="Cloud 56"/>
          <p:cNvSpPr/>
          <p:nvPr/>
        </p:nvSpPr>
        <p:spPr bwMode="auto">
          <a:xfrm>
            <a:off x="10256837" y="3725872"/>
            <a:ext cx="1644826" cy="914400"/>
          </a:xfrm>
          <a:prstGeom prst="cloud">
            <a:avLst/>
          </a:prstGeom>
          <a:solidFill>
            <a:srgbClr val="00B0F0"/>
          </a:solidFill>
          <a:ln>
            <a:solidFill>
              <a:srgbClr val="FFFFFF"/>
            </a:solid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Your  Backend</a:t>
            </a:r>
            <a:endParaRPr lang="en-US" sz="1600" dirty="0">
              <a:gradFill>
                <a:gsLst>
                  <a:gs pos="0">
                    <a:srgbClr val="FFFFFF"/>
                  </a:gs>
                  <a:gs pos="100000">
                    <a:srgbClr val="FFFFFF"/>
                  </a:gs>
                </a:gsLst>
                <a:lin ang="5400000" scaled="0"/>
              </a:gradFill>
            </a:endParaRPr>
          </a:p>
        </p:txBody>
      </p:sp>
      <p:cxnSp>
        <p:nvCxnSpPr>
          <p:cNvPr id="63" name="Elbow Connector 62"/>
          <p:cNvCxnSpPr>
            <a:endCxn id="57" idx="1"/>
          </p:cNvCxnSpPr>
          <p:nvPr/>
        </p:nvCxnSpPr>
        <p:spPr>
          <a:xfrm flipV="1">
            <a:off x="9602057" y="4639298"/>
            <a:ext cx="1477193" cy="1386991"/>
          </a:xfrm>
          <a:prstGeom prst="bentConnector2">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9964067" y="6054198"/>
            <a:ext cx="1177374" cy="523220"/>
          </a:xfrm>
          <a:prstGeom prst="rect">
            <a:avLst/>
          </a:prstGeom>
          <a:noFill/>
        </p:spPr>
        <p:txBody>
          <a:bodyPr wrap="none" rtlCol="0">
            <a:spAutoFit/>
          </a:bodyPr>
          <a:lstStyle/>
          <a:p>
            <a:pPr algn="ctr"/>
            <a:r>
              <a:rPr lang="en-US" sz="1400" dirty="0" smtClean="0">
                <a:solidFill>
                  <a:srgbClr val="505050"/>
                </a:solidFill>
                <a:ea typeface="+mj-ea"/>
                <a:cs typeface="+mj-cs"/>
              </a:rPr>
              <a:t>Background </a:t>
            </a:r>
          </a:p>
          <a:p>
            <a:pPr algn="ctr"/>
            <a:r>
              <a:rPr lang="en-US" sz="1400" dirty="0" smtClean="0">
                <a:solidFill>
                  <a:srgbClr val="505050"/>
                </a:solidFill>
                <a:ea typeface="+mj-ea"/>
                <a:cs typeface="+mj-cs"/>
              </a:rPr>
              <a:t>Uploader</a:t>
            </a:r>
            <a:endParaRPr lang="en-US" sz="1400" dirty="0">
              <a:solidFill>
                <a:srgbClr val="505050"/>
              </a:solidFill>
              <a:ea typeface="+mj-ea"/>
              <a:cs typeface="+mj-cs"/>
            </a:endParaRPr>
          </a:p>
        </p:txBody>
      </p:sp>
      <p:grpSp>
        <p:nvGrpSpPr>
          <p:cNvPr id="21" name="Group 20"/>
          <p:cNvGrpSpPr/>
          <p:nvPr/>
        </p:nvGrpSpPr>
        <p:grpSpPr>
          <a:xfrm>
            <a:off x="4263632" y="5527839"/>
            <a:ext cx="1821913" cy="914400"/>
            <a:chOff x="4263632" y="5527839"/>
            <a:chExt cx="1821913" cy="914400"/>
          </a:xfrm>
        </p:grpSpPr>
        <p:sp>
          <p:nvSpPr>
            <p:cNvPr id="38" name="Lightning Bolt 37"/>
            <p:cNvSpPr/>
            <p:nvPr/>
          </p:nvSpPr>
          <p:spPr bwMode="auto">
            <a:xfrm>
              <a:off x="5171145" y="5527839"/>
              <a:ext cx="914400" cy="914400"/>
            </a:xfrm>
            <a:prstGeom prst="lightningBolt">
              <a:avLst/>
            </a:prstGeom>
            <a:solidFill>
              <a:srgbClr val="FFA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anchor="b" anchorCtr="0"/>
            <a:lstStyle/>
            <a:p>
              <a:pPr defTabSz="932406"/>
              <a:endParaRPr lang="en-US" sz="1000" spc="-102" dirty="0">
                <a:gradFill>
                  <a:gsLst>
                    <a:gs pos="0">
                      <a:srgbClr val="FFFFFF"/>
                    </a:gs>
                    <a:gs pos="100000">
                      <a:srgbClr val="FFFFFF"/>
                    </a:gs>
                  </a:gsLst>
                  <a:lin ang="5400000" scaled="0"/>
                </a:gradFill>
                <a:ea typeface="Segoe UI" pitchFamily="34" charset="0"/>
                <a:cs typeface="Segoe UI" pitchFamily="34" charset="0"/>
              </a:endParaRPr>
            </a:p>
          </p:txBody>
        </p:sp>
        <p:sp>
          <p:nvSpPr>
            <p:cNvPr id="39" name="TextBox 38"/>
            <p:cNvSpPr txBox="1"/>
            <p:nvPr/>
          </p:nvSpPr>
          <p:spPr>
            <a:xfrm>
              <a:off x="4263632" y="5913680"/>
              <a:ext cx="1305165" cy="523220"/>
            </a:xfrm>
            <a:prstGeom prst="rect">
              <a:avLst/>
            </a:prstGeom>
            <a:noFill/>
          </p:spPr>
          <p:txBody>
            <a:bodyPr wrap="none" rtlCol="0">
              <a:spAutoFit/>
            </a:bodyPr>
            <a:lstStyle/>
            <a:p>
              <a:pPr algn="r"/>
              <a:r>
                <a:rPr lang="en-US" sz="1400" dirty="0" smtClean="0">
                  <a:solidFill>
                    <a:srgbClr val="505050"/>
                  </a:solidFill>
                  <a:ea typeface="+mj-ea"/>
                  <a:cs typeface="+mj-cs"/>
                </a:rPr>
                <a:t>File Size Limit </a:t>
              </a:r>
            </a:p>
            <a:p>
              <a:pPr algn="r"/>
              <a:r>
                <a:rPr lang="en-US" sz="1400" dirty="0" smtClean="0">
                  <a:solidFill>
                    <a:srgbClr val="505050"/>
                  </a:solidFill>
                  <a:ea typeface="+mj-ea"/>
                  <a:cs typeface="+mj-cs"/>
                </a:rPr>
                <a:t>reached</a:t>
              </a:r>
              <a:r>
                <a:rPr lang="en-US" sz="1400" dirty="0" smtClean="0">
                  <a:gradFill>
                    <a:gsLst>
                      <a:gs pos="0">
                        <a:srgbClr val="FFFFFF"/>
                      </a:gs>
                      <a:gs pos="100000">
                        <a:srgbClr val="FFFFFF"/>
                      </a:gs>
                    </a:gsLst>
                    <a:lin ang="5400000" scaled="0"/>
                  </a:gradFill>
                </a:rPr>
                <a:t> </a:t>
              </a:r>
            </a:p>
          </p:txBody>
        </p:sp>
      </p:grpSp>
      <p:sp>
        <p:nvSpPr>
          <p:cNvPr id="42" name="Flowchart: Magnetic Disk 41"/>
          <p:cNvSpPr/>
          <p:nvPr/>
        </p:nvSpPr>
        <p:spPr bwMode="auto">
          <a:xfrm>
            <a:off x="6370637" y="5554662"/>
            <a:ext cx="1268674" cy="910146"/>
          </a:xfrm>
          <a:prstGeom prst="flowChartMagneticDisk">
            <a:avLst/>
          </a:prstGeom>
          <a:solidFill>
            <a:srgbClr val="00B0F0"/>
          </a:solidFill>
          <a:ln>
            <a:solidFill>
              <a:srgbClr val="FFFFFF"/>
            </a:solidFill>
          </a:ln>
        </p:spPr>
        <p:style>
          <a:lnRef idx="2">
            <a:schemeClr val="accent1"/>
          </a:lnRef>
          <a:fillRef idx="1">
            <a:schemeClr val="lt1"/>
          </a:fillRef>
          <a:effectRef idx="0">
            <a:schemeClr val="accent1"/>
          </a:effectRef>
          <a:fontRef idx="minor">
            <a:schemeClr val="dk1"/>
          </a:fontRef>
        </p:style>
        <p:txBody>
          <a:bodyPr lIns="121725" tIns="60862" rIns="121725" bIns="60862" rtlCol="0" anchor="ctr"/>
          <a:lstStyle/>
          <a:p>
            <a:pPr algn="ctr"/>
            <a:r>
              <a:rPr lang="en-US" sz="1600" dirty="0" smtClean="0">
                <a:gradFill>
                  <a:gsLst>
                    <a:gs pos="0">
                      <a:srgbClr val="FFFFFF"/>
                    </a:gs>
                    <a:gs pos="100000">
                      <a:srgbClr val="FFFFFF"/>
                    </a:gs>
                  </a:gsLst>
                  <a:lin ang="5400000" scaled="0"/>
                </a:gradFill>
              </a:rPr>
              <a:t>Log File</a:t>
            </a:r>
            <a:endParaRPr lang="en-US" sz="1600" dirty="0">
              <a:gradFill>
                <a:gsLst>
                  <a:gs pos="0">
                    <a:srgbClr val="FFFFFF"/>
                  </a:gs>
                  <a:gs pos="100000">
                    <a:srgbClr val="FFFFFF"/>
                  </a:gs>
                </a:gsLst>
                <a:lin ang="5400000" scaled="0"/>
              </a:gradFill>
            </a:endParaRPr>
          </a:p>
        </p:txBody>
      </p:sp>
      <p:cxnSp>
        <p:nvCxnSpPr>
          <p:cNvPr id="59" name="Straight Arrow Connector 58"/>
          <p:cNvCxnSpPr>
            <a:stCxn id="7" idx="2"/>
            <a:endCxn id="56" idx="1"/>
          </p:cNvCxnSpPr>
          <p:nvPr/>
        </p:nvCxnSpPr>
        <p:spPr>
          <a:xfrm flipH="1">
            <a:off x="6991550" y="4993862"/>
            <a:ext cx="1" cy="577354"/>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611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500"/>
                                        <p:tgtEl>
                                          <p:spTgt spid="4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500"/>
                                        <p:tgtEl>
                                          <p:spTgt spid="3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up)">
                                      <p:cBhvr>
                                        <p:cTn id="24" dur="500"/>
                                        <p:tgtEl>
                                          <p:spTgt spid="52"/>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wipe(up)">
                                      <p:cBhvr>
                                        <p:cTn id="32" dur="500"/>
                                        <p:tgtEl>
                                          <p:spTgt spid="59"/>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44"/>
                                        </p:tgtEl>
                                      </p:cBhvr>
                                    </p:animEffect>
                                    <p:set>
                                      <p:cBhvr>
                                        <p:cTn id="41" dur="1" fill="hold">
                                          <p:stCondLst>
                                            <p:cond delay="499"/>
                                          </p:stCondLst>
                                        </p:cTn>
                                        <p:tgtEl>
                                          <p:spTgt spid="44"/>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41"/>
                                        </p:tgtEl>
                                      </p:cBhvr>
                                    </p:animEffect>
                                    <p:set>
                                      <p:cBhvr>
                                        <p:cTn id="44" dur="1" fill="hold">
                                          <p:stCondLst>
                                            <p:cond delay="499"/>
                                          </p:stCondLst>
                                        </p:cTn>
                                        <p:tgtEl>
                                          <p:spTgt spid="41"/>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35"/>
                                        </p:tgtEl>
                                      </p:cBhvr>
                                    </p:animEffect>
                                    <p:set>
                                      <p:cBhvr>
                                        <p:cTn id="47" dur="1" fill="hold">
                                          <p:stCondLst>
                                            <p:cond delay="499"/>
                                          </p:stCondLst>
                                        </p:cTn>
                                        <p:tgtEl>
                                          <p:spTgt spid="35"/>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36"/>
                                        </p:tgtEl>
                                      </p:cBhvr>
                                    </p:animEffect>
                                    <p:set>
                                      <p:cBhvr>
                                        <p:cTn id="50" dur="1" fill="hold">
                                          <p:stCondLst>
                                            <p:cond delay="499"/>
                                          </p:stCondLst>
                                        </p:cTn>
                                        <p:tgtEl>
                                          <p:spTgt spid="36"/>
                                        </p:tgtEl>
                                        <p:attrNameLst>
                                          <p:attrName>style.visibility</p:attrName>
                                        </p:attrNameLst>
                                      </p:cBhvr>
                                      <p:to>
                                        <p:strVal val="hidden"/>
                                      </p:to>
                                    </p:se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wipe(left)">
                                      <p:cBhvr>
                                        <p:cTn id="54" dur="500"/>
                                        <p:tgtEl>
                                          <p:spTgt spid="44"/>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wipe(left)">
                                      <p:cBhvr>
                                        <p:cTn id="58" dur="500"/>
                                        <p:tgtEl>
                                          <p:spTgt spid="41"/>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ipe(left)">
                                      <p:cBhvr>
                                        <p:cTn id="62" dur="500"/>
                                        <p:tgtEl>
                                          <p:spTgt spid="35"/>
                                        </p:tgtEl>
                                      </p:cBhvr>
                                    </p:animEffect>
                                  </p:childTnLst>
                                </p:cTn>
                              </p:par>
                            </p:childTnLst>
                          </p:cTn>
                        </p:par>
                        <p:par>
                          <p:cTn id="63" fill="hold">
                            <p:stCondLst>
                              <p:cond delay="2000"/>
                            </p:stCondLst>
                            <p:childTnLst>
                              <p:par>
                                <p:cTn id="64" presetID="22" presetClass="entr" presetSubtype="8" fill="hold" nodeType="after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wipe(left)">
                                      <p:cBhvr>
                                        <p:cTn id="66" dur="500"/>
                                        <p:tgtEl>
                                          <p:spTgt spid="36"/>
                                        </p:tgtEl>
                                      </p:cBhvr>
                                    </p:animEffect>
                                  </p:childTnLst>
                                </p:cTn>
                              </p:par>
                            </p:childTnLst>
                          </p:cTn>
                        </p:par>
                        <p:par>
                          <p:cTn id="67" fill="hold">
                            <p:stCondLst>
                              <p:cond delay="2500"/>
                            </p:stCondLst>
                            <p:childTnLst>
                              <p:par>
                                <p:cTn id="68" presetID="53" presetClass="entr" presetSubtype="16" fill="hold" nodeType="after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p:cTn id="70" dur="500" fill="hold"/>
                                        <p:tgtEl>
                                          <p:spTgt spid="21"/>
                                        </p:tgtEl>
                                        <p:attrNameLst>
                                          <p:attrName>ppt_w</p:attrName>
                                        </p:attrNameLst>
                                      </p:cBhvr>
                                      <p:tavLst>
                                        <p:tav tm="0">
                                          <p:val>
                                            <p:fltVal val="0"/>
                                          </p:val>
                                        </p:tav>
                                        <p:tav tm="100000">
                                          <p:val>
                                            <p:strVal val="#ppt_w"/>
                                          </p:val>
                                        </p:tav>
                                      </p:tavLst>
                                    </p:anim>
                                    <p:anim calcmode="lin" valueType="num">
                                      <p:cBhvr>
                                        <p:cTn id="71" dur="500" fill="hold"/>
                                        <p:tgtEl>
                                          <p:spTgt spid="21"/>
                                        </p:tgtEl>
                                        <p:attrNameLst>
                                          <p:attrName>ppt_h</p:attrName>
                                        </p:attrNameLst>
                                      </p:cBhvr>
                                      <p:tavLst>
                                        <p:tav tm="0">
                                          <p:val>
                                            <p:fltVal val="0"/>
                                          </p:val>
                                        </p:tav>
                                        <p:tav tm="100000">
                                          <p:val>
                                            <p:strVal val="#ppt_h"/>
                                          </p:val>
                                        </p:tav>
                                      </p:tavLst>
                                    </p:anim>
                                    <p:animEffect transition="in" filter="fade">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63" presetClass="path" presetSubtype="0" accel="50000" decel="50000" fill="hold" grpId="1" nodeType="clickEffect">
                                  <p:stCondLst>
                                    <p:cond delay="0"/>
                                  </p:stCondLst>
                                  <p:childTnLst>
                                    <p:animMotion origin="layout" path="M -4.92213E-6 -2.42851E-6 L 0.17042 -2.42851E-6 " pathEditMode="relative" rAng="0" ptsTypes="AA">
                                      <p:cBhvr>
                                        <p:cTn id="76" dur="2000" fill="hold"/>
                                        <p:tgtEl>
                                          <p:spTgt spid="56"/>
                                        </p:tgtEl>
                                        <p:attrNameLst>
                                          <p:attrName>ppt_x</p:attrName>
                                          <p:attrName>ppt_y</p:attrName>
                                        </p:attrNameLst>
                                      </p:cBhvr>
                                      <p:rCtr x="8514" y="0"/>
                                    </p:animMotion>
                                  </p:childTnLst>
                                </p:cTn>
                              </p:par>
                            </p:childTnLst>
                          </p:cTn>
                        </p:par>
                        <p:par>
                          <p:cTn id="77" fill="hold">
                            <p:stCondLst>
                              <p:cond delay="2000"/>
                            </p:stCondLst>
                            <p:childTnLst>
                              <p:par>
                                <p:cTn id="78" presetID="10" presetClass="entr" presetSubtype="0" fill="hold" grpId="0" nodeType="after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500"/>
                                        <p:tgtEl>
                                          <p:spTgt spid="42"/>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3" fill="hold" nodeType="clickEffect">
                                  <p:stCondLst>
                                    <p:cond delay="0"/>
                                  </p:stCondLst>
                                  <p:childTnLst>
                                    <p:set>
                                      <p:cBhvr>
                                        <p:cTn id="84" dur="1" fill="hold">
                                          <p:stCondLst>
                                            <p:cond delay="0"/>
                                          </p:stCondLst>
                                        </p:cTn>
                                        <p:tgtEl>
                                          <p:spTgt spid="63"/>
                                        </p:tgtEl>
                                        <p:attrNameLst>
                                          <p:attrName>style.visibility</p:attrName>
                                        </p:attrNameLst>
                                      </p:cBhvr>
                                      <p:to>
                                        <p:strVal val="visible"/>
                                      </p:to>
                                    </p:set>
                                    <p:animEffect transition="in" filter="strips(upRight)">
                                      <p:cBhvr>
                                        <p:cTn id="85" dur="500"/>
                                        <p:tgtEl>
                                          <p:spTgt spid="6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fade">
                                      <p:cBhvr>
                                        <p:cTn id="9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6" grpId="0" animBg="1"/>
      <p:bldP spid="56" grpId="1" animBg="1"/>
      <p:bldP spid="57" grpId="0" animBg="1"/>
      <p:bldP spid="34" grpId="0"/>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FileLoggingSession example</a:t>
            </a:r>
            <a:endParaRPr lang="en-US" dirty="0"/>
          </a:p>
        </p:txBody>
      </p:sp>
      <p:sp>
        <p:nvSpPr>
          <p:cNvPr id="3" name="Content Placeholder 2"/>
          <p:cNvSpPr>
            <a:spLocks noGrp="1"/>
          </p:cNvSpPr>
          <p:nvPr>
            <p:ph sz="quarter" idx="14"/>
          </p:nvPr>
        </p:nvSpPr>
        <p:spPr/>
        <p:txBody>
          <a:bodyPr>
            <a:normAutofit/>
          </a:bodyPr>
          <a:lstStyle/>
          <a:p>
            <a:pPr>
              <a:spcBef>
                <a:spcPts val="0"/>
              </a:spcBef>
              <a:spcAft>
                <a:spcPts val="0"/>
              </a:spcAft>
            </a:pPr>
            <a:r>
              <a:rPr lang="en-US" dirty="0" smtClean="0">
                <a:solidFill>
                  <a:srgbClr val="0000FF"/>
                </a:solidFill>
                <a:highlight>
                  <a:srgbClr val="FFFFFF"/>
                </a:highlight>
              </a:rPr>
              <a:t>var</a:t>
            </a:r>
            <a:r>
              <a:rPr lang="en-US" dirty="0" smtClean="0"/>
              <a:t> session </a:t>
            </a:r>
            <a:r>
              <a:rPr lang="en-US" dirty="0"/>
              <a:t>= </a:t>
            </a:r>
            <a:r>
              <a:rPr lang="en-US" dirty="0">
                <a:solidFill>
                  <a:srgbClr val="0000FF"/>
                </a:solidFill>
                <a:highlight>
                  <a:srgbClr val="FFFFFF"/>
                </a:highlight>
              </a:rPr>
              <a:t>new</a:t>
            </a:r>
            <a:r>
              <a:rPr lang="en-US" dirty="0"/>
              <a:t> </a:t>
            </a:r>
            <a:r>
              <a:rPr lang="en-US" dirty="0" smtClean="0">
                <a:solidFill>
                  <a:srgbClr val="2B91AF"/>
                </a:solidFill>
                <a:highlight>
                  <a:srgbClr val="FFFFFF"/>
                </a:highlight>
              </a:rPr>
              <a:t>FileLoggingSession</a:t>
            </a:r>
            <a:r>
              <a:rPr lang="en-US" dirty="0" smtClean="0"/>
              <a:t>(</a:t>
            </a:r>
            <a:r>
              <a:rPr lang="en-US" dirty="0" smtClean="0">
                <a:solidFill>
                  <a:srgbClr val="A31515"/>
                </a:solidFill>
                <a:highlight>
                  <a:srgbClr val="FFFFFF"/>
                </a:highlight>
              </a:rPr>
              <a:t>"</a:t>
            </a:r>
            <a:r>
              <a:rPr lang="en-US" dirty="0">
                <a:solidFill>
                  <a:srgbClr val="A31515"/>
                </a:solidFill>
                <a:highlight>
                  <a:srgbClr val="FFFFFF"/>
                </a:highlight>
              </a:rPr>
              <a:t>Session Name</a:t>
            </a:r>
            <a:r>
              <a:rPr lang="en-US" dirty="0" smtClean="0">
                <a:solidFill>
                  <a:srgbClr val="A31515"/>
                </a:solidFill>
                <a:highlight>
                  <a:srgbClr val="FFFFFF"/>
                </a:highlight>
              </a:rPr>
              <a:t>"</a:t>
            </a:r>
            <a:r>
              <a:rPr lang="en-US" dirty="0" smtClean="0"/>
              <a:t>);</a:t>
            </a:r>
          </a:p>
          <a:p>
            <a:pPr>
              <a:spcBef>
                <a:spcPts val="0"/>
              </a:spcBef>
              <a:spcAft>
                <a:spcPts val="0"/>
              </a:spcAft>
            </a:pPr>
            <a:r>
              <a:rPr lang="en-US" dirty="0"/>
              <a:t>session.AddLoggingChannel(channel, </a:t>
            </a:r>
            <a:r>
              <a:rPr lang="en-US" dirty="0" smtClean="0">
                <a:solidFill>
                  <a:srgbClr val="2B91AF"/>
                </a:solidFill>
                <a:highlight>
                  <a:srgbClr val="FFFFFF"/>
                </a:highlight>
              </a:rPr>
              <a:t>LoggingLevel</a:t>
            </a:r>
            <a:r>
              <a:rPr lang="en-US" dirty="0" smtClean="0"/>
              <a:t>.Warning);</a:t>
            </a:r>
          </a:p>
          <a:p>
            <a:endParaRPr lang="en-US" dirty="0" smtClean="0"/>
          </a:p>
          <a:p>
            <a:pPr>
              <a:spcBef>
                <a:spcPts val="0"/>
              </a:spcBef>
              <a:spcAft>
                <a:spcPts val="0"/>
              </a:spcAft>
            </a:pPr>
            <a:r>
              <a:rPr lang="en-US" dirty="0"/>
              <a:t>session.LogFileGenerated += </a:t>
            </a:r>
            <a:r>
              <a:rPr lang="en-US" dirty="0" smtClean="0"/>
              <a:t>(senders, args) =&gt; {</a:t>
            </a:r>
          </a:p>
          <a:p>
            <a:pPr>
              <a:spcBef>
                <a:spcPts val="0"/>
              </a:spcBef>
              <a:spcAft>
                <a:spcPts val="0"/>
              </a:spcAft>
            </a:pPr>
            <a:r>
              <a:rPr lang="en-US" dirty="0" smtClean="0">
                <a:solidFill>
                  <a:srgbClr val="008000"/>
                </a:solidFill>
                <a:highlight>
                  <a:srgbClr val="FFFFFF"/>
                </a:highlight>
              </a:rPr>
              <a:t>    //</a:t>
            </a:r>
            <a:r>
              <a:rPr lang="en-US" dirty="0">
                <a:solidFill>
                  <a:srgbClr val="008000"/>
                </a:solidFill>
                <a:highlight>
                  <a:srgbClr val="FFFFFF"/>
                </a:highlight>
              </a:rPr>
              <a:t>when </a:t>
            </a:r>
            <a:r>
              <a:rPr lang="en-US" dirty="0" smtClean="0">
                <a:solidFill>
                  <a:srgbClr val="008000"/>
                </a:solidFill>
                <a:highlight>
                  <a:srgbClr val="FFFFFF"/>
                </a:highlight>
              </a:rPr>
              <a:t>file generated, move it so it doesn’t get overwritten</a:t>
            </a:r>
            <a:endParaRPr lang="en-US" dirty="0"/>
          </a:p>
          <a:p>
            <a:pPr>
              <a:spcBef>
                <a:spcPts val="0"/>
              </a:spcBef>
              <a:spcAft>
                <a:spcPts val="0"/>
              </a:spcAft>
            </a:pPr>
            <a:r>
              <a:rPr lang="en-US" dirty="0" smtClean="0">
                <a:highlight>
                  <a:srgbClr val="FFFFFF"/>
                </a:highlight>
              </a:rPr>
              <a:t>    </a:t>
            </a:r>
            <a:r>
              <a:rPr lang="en-US" dirty="0" smtClean="0">
                <a:solidFill>
                  <a:srgbClr val="0000FF"/>
                </a:solidFill>
                <a:highlight>
                  <a:srgbClr val="FFFFFF"/>
                </a:highlight>
              </a:rPr>
              <a:t>await</a:t>
            </a:r>
            <a:r>
              <a:rPr lang="en-US" dirty="0" smtClean="0"/>
              <a:t> args.File.MoveAsync(logFolder);</a:t>
            </a:r>
          </a:p>
          <a:p>
            <a:pPr>
              <a:spcBef>
                <a:spcPts val="0"/>
              </a:spcBef>
              <a:spcAft>
                <a:spcPts val="0"/>
              </a:spcAft>
            </a:pPr>
            <a:r>
              <a:rPr lang="en-US" dirty="0" smtClean="0"/>
              <a:t>    </a:t>
            </a:r>
            <a:r>
              <a:rPr lang="en-US" dirty="0" smtClean="0">
                <a:solidFill>
                  <a:srgbClr val="008000"/>
                </a:solidFill>
                <a:highlight>
                  <a:srgbClr val="FFFFFF"/>
                </a:highlight>
              </a:rPr>
              <a:t>//background uploader code </a:t>
            </a:r>
            <a:r>
              <a:rPr lang="en-US" dirty="0">
                <a:solidFill>
                  <a:srgbClr val="008000"/>
                </a:solidFill>
                <a:highlight>
                  <a:srgbClr val="FFFFFF"/>
                </a:highlight>
              </a:rPr>
              <a:t>omitted</a:t>
            </a:r>
            <a:endParaRPr lang="en-US" dirty="0" smtClean="0"/>
          </a:p>
          <a:p>
            <a:r>
              <a:rPr lang="en-US" dirty="0" smtClean="0"/>
              <a:t>}</a:t>
            </a:r>
          </a:p>
          <a:p>
            <a:endParaRPr lang="en-US" dirty="0" smtClean="0"/>
          </a:p>
          <a:p>
            <a:pPr>
              <a:spcBef>
                <a:spcPts val="0"/>
              </a:spcBef>
              <a:spcAft>
                <a:spcPts val="0"/>
              </a:spcAft>
            </a:pPr>
            <a:r>
              <a:rPr lang="en-US" dirty="0">
                <a:solidFill>
                  <a:srgbClr val="008000"/>
                </a:solidFill>
                <a:highlight>
                  <a:srgbClr val="FFFFFF"/>
                </a:highlight>
              </a:rPr>
              <a:t>//Flush log to disk on demand</a:t>
            </a:r>
          </a:p>
          <a:p>
            <a:pPr>
              <a:spcBef>
                <a:spcPts val="0"/>
              </a:spcBef>
              <a:spcAft>
                <a:spcPts val="0"/>
              </a:spcAft>
            </a:pPr>
            <a:r>
              <a:rPr lang="en-US" dirty="0" err="1">
                <a:solidFill>
                  <a:srgbClr val="0000FF"/>
                </a:solidFill>
                <a:highlight>
                  <a:srgbClr val="FFFFFF"/>
                </a:highlight>
              </a:rPr>
              <a:t>var</a:t>
            </a:r>
            <a:r>
              <a:rPr lang="en-US" dirty="0" smtClean="0"/>
              <a:t> file = </a:t>
            </a:r>
            <a:r>
              <a:rPr lang="en-US" dirty="0">
                <a:solidFill>
                  <a:srgbClr val="0000FF"/>
                </a:solidFill>
                <a:highlight>
                  <a:srgbClr val="FFFFFF"/>
                </a:highlight>
              </a:rPr>
              <a:t>await</a:t>
            </a:r>
            <a:r>
              <a:rPr lang="en-US" dirty="0" smtClean="0"/>
              <a:t> </a:t>
            </a:r>
            <a:r>
              <a:rPr lang="en-US" dirty="0" err="1" smtClean="0"/>
              <a:t>session.CloseAndSaveToFileAsync</a:t>
            </a:r>
            <a:r>
              <a:rPr lang="en-US" dirty="0" smtClean="0"/>
              <a:t>();</a:t>
            </a:r>
            <a:endParaRPr lang="en-US" dirty="0"/>
          </a:p>
        </p:txBody>
      </p:sp>
    </p:spTree>
    <p:extLst>
      <p:ext uri="{BB962C8B-B14F-4D97-AF65-F5344CB8AC3E}">
        <p14:creationId xmlns:p14="http://schemas.microsoft.com/office/powerpoint/2010/main" val="124865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Windows 8.1 improves exception interop</a:t>
            </a:r>
            <a:r>
              <a:rPr lang="en-US" dirty="0"/>
              <a:t> </a:t>
            </a:r>
            <a:r>
              <a:rPr lang="en-US" dirty="0" smtClean="0"/>
              <a:t>and provides a </a:t>
            </a:r>
            <a:r>
              <a:rPr lang="en-US" dirty="0"/>
              <a:t>mechanism to observe unhandled </a:t>
            </a:r>
            <a:r>
              <a:rPr lang="en-US" dirty="0" smtClean="0"/>
              <a:t/>
            </a:r>
            <a:br>
              <a:rPr lang="en-US" dirty="0" smtClean="0"/>
            </a:br>
            <a:r>
              <a:rPr lang="en-US" dirty="0" smtClean="0"/>
              <a:t>errors before </a:t>
            </a:r>
            <a:r>
              <a:rPr lang="en-US" dirty="0"/>
              <a:t>process </a:t>
            </a:r>
            <a:r>
              <a:rPr lang="en-US" dirty="0" smtClean="0"/>
              <a:t>termination.</a:t>
            </a:r>
            <a:endParaRPr lang="en-US" dirty="0"/>
          </a:p>
        </p:txBody>
      </p:sp>
    </p:spTree>
    <p:extLst>
      <p:ext uri="{BB962C8B-B14F-4D97-AF65-F5344CB8AC3E}">
        <p14:creationId xmlns:p14="http://schemas.microsoft.com/office/powerpoint/2010/main" val="53361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XAML’s UnhandledException event if you wish, especially if you’re a managed developer.</a:t>
            </a:r>
            <a:br>
              <a:rPr lang="en-US" dirty="0" smtClean="0"/>
            </a:br>
            <a:r>
              <a:rPr lang="en-US" dirty="0"/>
              <a:t/>
            </a:r>
            <a:br>
              <a:rPr lang="en-US" dirty="0"/>
            </a:br>
            <a:r>
              <a:rPr lang="en-US" dirty="0" smtClean="0"/>
              <a:t>CoreApplication.UnhandledErrorDetected is better for </a:t>
            </a:r>
            <a:r>
              <a:rPr lang="en-US" dirty="0"/>
              <a:t>C++ </a:t>
            </a:r>
            <a:r>
              <a:rPr lang="en-US"/>
              <a:t>developers </a:t>
            </a:r>
            <a:r>
              <a:rPr lang="en-US" smtClean="0"/>
              <a:t>and logging </a:t>
            </a:r>
            <a:r>
              <a:rPr lang="en-US" dirty="0"/>
              <a:t>components.</a:t>
            </a:r>
          </a:p>
        </p:txBody>
      </p:sp>
    </p:spTree>
    <p:extLst>
      <p:ext uri="{BB962C8B-B14F-4D97-AF65-F5344CB8AC3E}">
        <p14:creationId xmlns:p14="http://schemas.microsoft.com/office/powerpoint/2010/main" val="82422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UnhandledErrorDetected example</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solidFill>
                  <a:srgbClr val="2B91AF"/>
                </a:solidFill>
                <a:highlight>
                  <a:srgbClr val="FFFFFF"/>
                </a:highlight>
              </a:rPr>
              <a:t>CoreApplication</a:t>
            </a:r>
            <a:r>
              <a:rPr lang="en-US" dirty="0" smtClean="0"/>
              <a:t>.UnhandledErrorDetected += </a:t>
            </a:r>
            <a:r>
              <a:rPr lang="en-US" dirty="0"/>
              <a:t>(sender, args) </a:t>
            </a:r>
            <a:r>
              <a:rPr lang="en-US" dirty="0" smtClean="0"/>
              <a:t>=&gt; {</a:t>
            </a:r>
            <a:endParaRPr lang="en-US" dirty="0"/>
          </a:p>
          <a:p>
            <a:r>
              <a:rPr lang="en-US" dirty="0"/>
              <a:t>    </a:t>
            </a:r>
            <a:r>
              <a:rPr lang="en-US" dirty="0">
                <a:solidFill>
                  <a:srgbClr val="0000FF"/>
                </a:solidFill>
                <a:highlight>
                  <a:srgbClr val="FFFFFF"/>
                </a:highlight>
              </a:rPr>
              <a:t>try</a:t>
            </a:r>
            <a:r>
              <a:rPr lang="en-US" dirty="0" smtClean="0"/>
              <a:t>  {</a:t>
            </a:r>
            <a:endParaRPr lang="en-US" dirty="0"/>
          </a:p>
          <a:p>
            <a:r>
              <a:rPr lang="en-US" dirty="0"/>
              <a:t>        args.UnhandledError.Propagate();</a:t>
            </a:r>
          </a:p>
          <a:p>
            <a:r>
              <a:rPr lang="en-US" dirty="0"/>
              <a:t>    }</a:t>
            </a:r>
          </a:p>
          <a:p>
            <a:r>
              <a:rPr lang="en-US" dirty="0"/>
              <a:t>    </a:t>
            </a:r>
            <a:r>
              <a:rPr lang="en-US" dirty="0">
                <a:solidFill>
                  <a:srgbClr val="0000FF"/>
                </a:solidFill>
                <a:highlight>
                  <a:srgbClr val="FFFFFF"/>
                </a:highlight>
              </a:rPr>
              <a:t>catch</a:t>
            </a:r>
            <a:r>
              <a:rPr lang="en-US" dirty="0"/>
              <a:t> (</a:t>
            </a:r>
            <a:r>
              <a:rPr lang="en-US" dirty="0">
                <a:solidFill>
                  <a:srgbClr val="2B91AF"/>
                </a:solidFill>
                <a:highlight>
                  <a:srgbClr val="FFFFFF"/>
                </a:highlight>
              </a:rPr>
              <a:t>Exception</a:t>
            </a:r>
            <a:r>
              <a:rPr lang="en-US" dirty="0"/>
              <a:t> ex</a:t>
            </a:r>
            <a:r>
              <a:rPr lang="en-US" dirty="0" smtClean="0"/>
              <a:t>) {</a:t>
            </a:r>
            <a:endParaRPr lang="en-US" dirty="0"/>
          </a:p>
          <a:p>
            <a:r>
              <a:rPr lang="en-US" dirty="0"/>
              <a:t>        channel.LogMessage(ex.Message, </a:t>
            </a:r>
            <a:r>
              <a:rPr lang="en-US" dirty="0" smtClean="0">
                <a:solidFill>
                  <a:srgbClr val="2B91AF"/>
                </a:solidFill>
                <a:highlight>
                  <a:srgbClr val="FFFFFF"/>
                </a:highlight>
              </a:rPr>
              <a:t>LoggingLevel</a:t>
            </a:r>
            <a:r>
              <a:rPr lang="en-US" dirty="0">
                <a:highlight>
                  <a:srgbClr val="FFFFFF"/>
                </a:highlight>
              </a:rPr>
              <a:t>.</a:t>
            </a:r>
            <a:r>
              <a:rPr lang="en-US" dirty="0" smtClean="0"/>
              <a:t>Critical</a:t>
            </a:r>
            <a:r>
              <a:rPr lang="en-US" dirty="0"/>
              <a:t>);</a:t>
            </a:r>
          </a:p>
          <a:p>
            <a:r>
              <a:rPr lang="en-US" dirty="0"/>
              <a:t>        </a:t>
            </a:r>
            <a:r>
              <a:rPr lang="en-US" dirty="0">
                <a:solidFill>
                  <a:srgbClr val="008000"/>
                </a:solidFill>
                <a:highlight>
                  <a:srgbClr val="FFFFFF"/>
                </a:highlight>
              </a:rPr>
              <a:t>//code to save log and background upload </a:t>
            </a:r>
            <a:r>
              <a:rPr lang="en-US" dirty="0" smtClean="0">
                <a:solidFill>
                  <a:srgbClr val="008000"/>
                </a:solidFill>
                <a:highlight>
                  <a:srgbClr val="FFFFFF"/>
                </a:highlight>
              </a:rPr>
              <a:t>omitted</a:t>
            </a:r>
          </a:p>
          <a:p>
            <a:r>
              <a:rPr lang="en-US" dirty="0">
                <a:solidFill>
                  <a:srgbClr val="008000"/>
                </a:solidFill>
                <a:highlight>
                  <a:srgbClr val="FFFFFF"/>
                </a:highlight>
              </a:rPr>
              <a:t> </a:t>
            </a:r>
            <a:r>
              <a:rPr lang="en-US" dirty="0" smtClean="0">
                <a:solidFill>
                  <a:srgbClr val="008000"/>
                </a:solidFill>
                <a:highlight>
                  <a:srgbClr val="FFFFFF"/>
                </a:highlight>
              </a:rPr>
              <a:t>       </a:t>
            </a:r>
            <a:r>
              <a:rPr lang="en-US" dirty="0">
                <a:solidFill>
                  <a:srgbClr val="0000FF"/>
                </a:solidFill>
                <a:highlight>
                  <a:srgbClr val="FFFFFF"/>
                </a:highlight>
              </a:rPr>
              <a:t>throw</a:t>
            </a:r>
            <a:r>
              <a:rPr lang="en-US" dirty="0"/>
              <a:t>;</a:t>
            </a:r>
          </a:p>
          <a:p>
            <a:r>
              <a:rPr lang="en-US" dirty="0"/>
              <a:t>    }</a:t>
            </a:r>
          </a:p>
          <a:p>
            <a:r>
              <a:rPr lang="en-US" dirty="0" smtClean="0"/>
              <a:t>};</a:t>
            </a:r>
            <a:endParaRPr lang="en-US" dirty="0" smtClean="0">
              <a:solidFill>
                <a:srgbClr val="0000FF"/>
              </a:solidFill>
              <a:highlight>
                <a:srgbClr val="FFFFFF"/>
              </a:highlight>
            </a:endParaRPr>
          </a:p>
        </p:txBody>
      </p:sp>
    </p:spTree>
    <p:extLst>
      <p:ext uri="{BB962C8B-B14F-4D97-AF65-F5344CB8AC3E}">
        <p14:creationId xmlns:p14="http://schemas.microsoft.com/office/powerpoint/2010/main" val="402146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XAML’s UnhandledException example</a:t>
            </a:r>
            <a:endParaRPr lang="en-US" dirty="0"/>
          </a:p>
        </p:txBody>
      </p:sp>
      <p:sp>
        <p:nvSpPr>
          <p:cNvPr id="3" name="Content Placeholder 2"/>
          <p:cNvSpPr>
            <a:spLocks noGrp="1"/>
          </p:cNvSpPr>
          <p:nvPr>
            <p:ph sz="quarter" idx="14"/>
          </p:nvPr>
        </p:nvSpPr>
        <p:spPr/>
        <p:txBody>
          <a:bodyPr/>
          <a:lstStyle/>
          <a:p>
            <a:r>
              <a:rPr lang="en-US" dirty="0" smtClean="0">
                <a:solidFill>
                  <a:srgbClr val="2B91AF"/>
                </a:solidFill>
                <a:highlight>
                  <a:srgbClr val="FFFFFF"/>
                </a:highlight>
              </a:rPr>
              <a:t>App</a:t>
            </a:r>
            <a:r>
              <a:rPr lang="en-US" dirty="0" smtClean="0"/>
              <a:t>.Current.UnhandledException += </a:t>
            </a:r>
            <a:r>
              <a:rPr lang="en-US" dirty="0"/>
              <a:t>(sender, args) =&gt; {</a:t>
            </a:r>
          </a:p>
          <a:p>
            <a:r>
              <a:rPr lang="en-US" dirty="0" smtClean="0"/>
              <a:t>    channel.LogMessage(args.Exception.Message</a:t>
            </a:r>
            <a:r>
              <a:rPr lang="en-US" dirty="0"/>
              <a:t>, </a:t>
            </a:r>
            <a:r>
              <a:rPr lang="en-US" dirty="0">
                <a:solidFill>
                  <a:srgbClr val="2B91AF"/>
                </a:solidFill>
                <a:highlight>
                  <a:srgbClr val="FFFFFF"/>
                </a:highlight>
              </a:rPr>
              <a:t>LoggingLevel</a:t>
            </a:r>
            <a:r>
              <a:rPr lang="en-US" dirty="0">
                <a:highlight>
                  <a:srgbClr val="FFFFFF"/>
                </a:highlight>
              </a:rPr>
              <a:t>.</a:t>
            </a:r>
            <a:r>
              <a:rPr lang="en-US" dirty="0"/>
              <a:t>Critical</a:t>
            </a:r>
            <a:r>
              <a:rPr lang="en-US" dirty="0" smtClean="0"/>
              <a:t>);</a:t>
            </a:r>
            <a:endParaRPr lang="en-US" dirty="0"/>
          </a:p>
          <a:p>
            <a:r>
              <a:rPr lang="en-US" dirty="0" smtClean="0">
                <a:solidFill>
                  <a:srgbClr val="008000"/>
                </a:solidFill>
                <a:highlight>
                  <a:srgbClr val="FFFFFF"/>
                </a:highlight>
              </a:rPr>
              <a:t>    //</a:t>
            </a:r>
            <a:r>
              <a:rPr lang="en-US" dirty="0">
                <a:solidFill>
                  <a:srgbClr val="008000"/>
                </a:solidFill>
                <a:highlight>
                  <a:srgbClr val="FFFFFF"/>
                </a:highlight>
              </a:rPr>
              <a:t>code to save log and background upload omitted</a:t>
            </a:r>
          </a:p>
          <a:p>
            <a:r>
              <a:rPr lang="en-US" dirty="0" smtClean="0"/>
              <a:t>};</a:t>
            </a:r>
            <a:endParaRPr lang="en-US" dirty="0">
              <a:solidFill>
                <a:srgbClr val="0000FF"/>
              </a:solidFill>
              <a:highlight>
                <a:srgbClr val="FFFFFF"/>
              </a:highlight>
            </a:endParaRPr>
          </a:p>
        </p:txBody>
      </p:sp>
    </p:spTree>
    <p:extLst>
      <p:ext uri="{BB962C8B-B14F-4D97-AF65-F5344CB8AC3E}">
        <p14:creationId xmlns:p14="http://schemas.microsoft.com/office/powerpoint/2010/main" val="107351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endParaRPr lang="en-US" dirty="0"/>
          </a:p>
        </p:txBody>
      </p:sp>
      <p:sp>
        <p:nvSpPr>
          <p:cNvPr id="4" name="Title 3"/>
          <p:cNvSpPr>
            <a:spLocks noGrp="1"/>
          </p:cNvSpPr>
          <p:nvPr>
            <p:ph type="title"/>
          </p:nvPr>
        </p:nvSpPr>
        <p:spPr/>
        <p:txBody>
          <a:bodyPr/>
          <a:lstStyle/>
          <a:p>
            <a:r>
              <a:rPr lang="en-US" dirty="0" smtClean="0"/>
              <a:t>Demo: Add logging code to my app</a:t>
            </a:r>
            <a:endParaRPr lang="en-US" dirty="0"/>
          </a:p>
        </p:txBody>
      </p:sp>
    </p:spTree>
    <p:extLst>
      <p:ext uri="{BB962C8B-B14F-4D97-AF65-F5344CB8AC3E}">
        <p14:creationId xmlns:p14="http://schemas.microsoft.com/office/powerpoint/2010/main" val="160489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endParaRPr lang="en-US" dirty="0"/>
          </a:p>
        </p:txBody>
      </p:sp>
      <p:sp>
        <p:nvSpPr>
          <p:cNvPr id="3" name="Title 2"/>
          <p:cNvSpPr>
            <a:spLocks noGrp="1"/>
          </p:cNvSpPr>
          <p:nvPr>
            <p:ph type="title"/>
          </p:nvPr>
        </p:nvSpPr>
        <p:spPr/>
        <p:txBody>
          <a:bodyPr/>
          <a:lstStyle/>
          <a:p>
            <a:r>
              <a:rPr lang="en-US" dirty="0"/>
              <a:t>Monitor and regularly improve the quality of your app in order to avoid </a:t>
            </a:r>
            <a:r>
              <a:rPr lang="en-US" dirty="0" smtClean="0"/>
              <a:t/>
            </a:r>
            <a:br>
              <a:rPr lang="en-US" dirty="0" smtClean="0"/>
            </a:br>
            <a:r>
              <a:rPr lang="en-US" dirty="0" smtClean="0"/>
              <a:t>the </a:t>
            </a:r>
            <a:r>
              <a:rPr lang="en-US" dirty="0"/>
              <a:t>#1 cause of bad </a:t>
            </a:r>
            <a:r>
              <a:rPr lang="en-US" dirty="0" smtClean="0"/>
              <a:t>reviews.</a:t>
            </a:r>
            <a:endParaRPr lang="en-US" dirty="0"/>
          </a:p>
        </p:txBody>
      </p:sp>
    </p:spTree>
    <p:extLst>
      <p:ext uri="{BB962C8B-B14F-4D97-AF65-F5344CB8AC3E}">
        <p14:creationId xmlns:p14="http://schemas.microsoft.com/office/powerpoint/2010/main" val="107952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r>
              <a:rPr lang="en-US" dirty="0">
                <a:solidFill>
                  <a:schemeClr val="bg1"/>
                </a:solidFill>
              </a:rPr>
              <a:t>Regularly review your app’s quality telemetry </a:t>
            </a:r>
            <a:r>
              <a:rPr lang="en-US" dirty="0" smtClean="0">
                <a:solidFill>
                  <a:schemeClr val="bg1"/>
                </a:solidFill>
              </a:rPr>
              <a:t>on </a:t>
            </a:r>
            <a:r>
              <a:rPr lang="en-US" dirty="0">
                <a:solidFill>
                  <a:schemeClr val="bg1"/>
                </a:solidFill>
              </a:rPr>
              <a:t>the Windows </a:t>
            </a:r>
            <a:r>
              <a:rPr lang="en-US" dirty="0" err="1">
                <a:solidFill>
                  <a:schemeClr val="bg1"/>
                </a:solidFill>
              </a:rPr>
              <a:t>Dev</a:t>
            </a:r>
            <a:r>
              <a:rPr lang="en-US" dirty="0">
                <a:solidFill>
                  <a:schemeClr val="bg1"/>
                </a:solidFill>
              </a:rPr>
              <a:t> Center.</a:t>
            </a:r>
            <a:br>
              <a:rPr lang="en-US" dirty="0">
                <a:solidFill>
                  <a:schemeClr val="bg1"/>
                </a:solidFill>
              </a:rPr>
            </a:br>
            <a:r>
              <a:rPr lang="en-US" dirty="0">
                <a:solidFill>
                  <a:schemeClr val="bg1"/>
                </a:solidFill>
              </a:rPr>
              <a:t/>
            </a:r>
            <a:br>
              <a:rPr lang="en-US" dirty="0">
                <a:solidFill>
                  <a:schemeClr val="bg1"/>
                </a:solidFill>
              </a:rPr>
            </a:br>
            <a:r>
              <a:rPr lang="en-US" dirty="0">
                <a:solidFill>
                  <a:schemeClr val="bg1"/>
                </a:solidFill>
              </a:rPr>
              <a:t>Log what is happening inside your application.</a:t>
            </a:r>
            <a:br>
              <a:rPr lang="en-US" dirty="0">
                <a:solidFill>
                  <a:schemeClr val="bg1"/>
                </a:solidFill>
              </a:rPr>
            </a:br>
            <a:r>
              <a:rPr lang="en-US" dirty="0">
                <a:solidFill>
                  <a:schemeClr val="bg1"/>
                </a:solidFill>
              </a:rPr>
              <a:t/>
            </a:r>
            <a:br>
              <a:rPr lang="en-US" dirty="0">
                <a:solidFill>
                  <a:schemeClr val="bg1"/>
                </a:solidFill>
              </a:rPr>
            </a:br>
            <a:r>
              <a:rPr lang="en-US" dirty="0">
                <a:solidFill>
                  <a:schemeClr val="bg1"/>
                </a:solidFill>
              </a:rPr>
              <a:t>Take advantage of new logging and error </a:t>
            </a:r>
            <a:r>
              <a:rPr lang="en-US" dirty="0" smtClean="0">
                <a:solidFill>
                  <a:schemeClr val="bg1"/>
                </a:solidFill>
              </a:rPr>
              <a:t>APIs </a:t>
            </a:r>
            <a:r>
              <a:rPr lang="en-US" dirty="0">
                <a:solidFill>
                  <a:schemeClr val="bg1"/>
                </a:solidFill>
              </a:rPr>
              <a:t>in Windows 8.1</a:t>
            </a:r>
            <a:br>
              <a:rPr lang="en-US" dirty="0">
                <a:solidFill>
                  <a:schemeClr val="bg1"/>
                </a:solidFill>
              </a:rPr>
            </a:br>
            <a:endParaRPr lang="en-US" dirty="0">
              <a:solidFill>
                <a:schemeClr val="bg1"/>
              </a:solidFill>
            </a:endParaRPr>
          </a:p>
        </p:txBody>
      </p:sp>
      <p:sp>
        <p:nvSpPr>
          <p:cNvPr id="4" name="Title 3"/>
          <p:cNvSpPr>
            <a:spLocks noGrp="1"/>
          </p:cNvSpPr>
          <p:nvPr>
            <p:ph type="ctrTitle"/>
          </p:nvPr>
        </p:nvSpPr>
        <p:spPr>
          <a:solidFill>
            <a:schemeClr val="bg2"/>
          </a:solidFill>
        </p:spPr>
        <p:txBody>
          <a:bodyPr/>
          <a:lstStyle/>
          <a:p>
            <a:r>
              <a:rPr lang="en-US" dirty="0" smtClean="0"/>
              <a:t>Summary</a:t>
            </a:r>
            <a:endParaRPr lang="en-US" dirty="0"/>
          </a:p>
        </p:txBody>
      </p:sp>
    </p:spTree>
    <p:extLst>
      <p:ext uri="{BB962C8B-B14F-4D97-AF65-F5344CB8AC3E}">
        <p14:creationId xmlns:p14="http://schemas.microsoft.com/office/powerpoint/2010/main" val="397954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Related Sessions</a:t>
            </a:r>
            <a:endParaRPr lang="en-US" dirty="0"/>
          </a:p>
        </p:txBody>
      </p:sp>
      <p:sp>
        <p:nvSpPr>
          <p:cNvPr id="5" name="Text Placeholder 4"/>
          <p:cNvSpPr>
            <a:spLocks noGrp="1"/>
          </p:cNvSpPr>
          <p:nvPr>
            <p:ph type="body" sz="quarter" idx="10"/>
          </p:nvPr>
        </p:nvSpPr>
        <p:spPr/>
        <p:txBody>
          <a:bodyPr/>
          <a:lstStyle/>
          <a:p>
            <a:r>
              <a:rPr lang="en-US" dirty="0"/>
              <a:t>2-138 </a:t>
            </a:r>
            <a:r>
              <a:rPr lang="en-US" dirty="0" smtClean="0"/>
              <a:t>– Improve Application </a:t>
            </a:r>
            <a:r>
              <a:rPr lang="en-US" dirty="0"/>
              <a:t>Health by Leveraging Crash Analytics Collected from End Users</a:t>
            </a:r>
          </a:p>
          <a:p>
            <a:r>
              <a:rPr lang="en-US" dirty="0" smtClean="0"/>
              <a:t>3-133 – Testing your </a:t>
            </a:r>
            <a:r>
              <a:rPr lang="en-US" dirty="0"/>
              <a:t>C#-based Windows Store app: Top 10 areas to look for bugs </a:t>
            </a:r>
            <a:endParaRPr lang="en-US" dirty="0" smtClean="0"/>
          </a:p>
          <a:p>
            <a:r>
              <a:rPr lang="en-US" dirty="0" smtClean="0"/>
              <a:t>4-107 </a:t>
            </a:r>
            <a:r>
              <a:rPr lang="en-US" dirty="0"/>
              <a:t>– Windows Runtime Internals: Understanding the threading </a:t>
            </a:r>
            <a:r>
              <a:rPr lang="en-US" dirty="0" smtClean="0"/>
              <a:t>model</a:t>
            </a:r>
          </a:p>
          <a:p>
            <a:endParaRPr lang="en-US" dirty="0" smtClean="0"/>
          </a:p>
        </p:txBody>
      </p:sp>
    </p:spTree>
    <p:extLst>
      <p:ext uri="{BB962C8B-B14F-4D97-AF65-F5344CB8AC3E}">
        <p14:creationId xmlns:p14="http://schemas.microsoft.com/office/powerpoint/2010/main" val="1058183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sosceles Triangle 11"/>
          <p:cNvSpPr/>
          <p:nvPr/>
        </p:nvSpPr>
        <p:spPr bwMode="auto">
          <a:xfrm rot="5400000">
            <a:off x="7586389" y="3660492"/>
            <a:ext cx="4554072" cy="903013"/>
          </a:xfrm>
          <a:prstGeom prst="triangle">
            <a:avLst/>
          </a:prstGeom>
          <a:gradFill flip="none" rotWithShape="1">
            <a:gsLst>
              <a:gs pos="0">
                <a:srgbClr val="FFFFFF"/>
              </a:gs>
              <a:gs pos="100000">
                <a:srgbClr val="FFFFFF">
                  <a:alpha val="0"/>
                </a:srgbClr>
              </a:gs>
            </a:gsLst>
            <a:lin ang="5400000" scaled="1"/>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sz="2200" dirty="0" err="1">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smtClean="0"/>
              <a:t>Evaluate this session</a:t>
            </a:r>
            <a:endParaRPr lang="en-US" dirty="0"/>
          </a:p>
        </p:txBody>
      </p:sp>
      <p:sp>
        <p:nvSpPr>
          <p:cNvPr id="3" name="Text Placeholder 2"/>
          <p:cNvSpPr>
            <a:spLocks noGrp="1"/>
          </p:cNvSpPr>
          <p:nvPr>
            <p:ph type="body" sz="quarter" idx="10"/>
          </p:nvPr>
        </p:nvSpPr>
        <p:spPr>
          <a:xfrm>
            <a:off x="274638" y="1834961"/>
            <a:ext cx="4445652" cy="4861113"/>
          </a:xfrm>
        </p:spPr>
        <p:txBody>
          <a:bodyPr/>
          <a:lstStyle/>
          <a:p>
            <a:r>
              <a:rPr lang="en-US" b="1" dirty="0">
                <a:gradFill>
                  <a:gsLst>
                    <a:gs pos="1250">
                      <a:srgbClr val="FFFFFF"/>
                    </a:gs>
                    <a:gs pos="100000">
                      <a:srgbClr val="FFFFFF"/>
                    </a:gs>
                  </a:gsLst>
                  <a:lin ang="5400000" scaled="0"/>
                </a:gradFill>
                <a:latin typeface="+mn-lt"/>
              </a:rPr>
              <a:t>Scan this QR code</a:t>
            </a:r>
            <a:r>
              <a:rPr lang="en-US" b="1" dirty="0">
                <a:gradFill>
                  <a:gsLst>
                    <a:gs pos="1250">
                      <a:srgbClr val="FFFFFF"/>
                    </a:gs>
                    <a:gs pos="100000">
                      <a:srgbClr val="FFFFFF"/>
                    </a:gs>
                  </a:gsLst>
                  <a:lin ang="5400000" scaled="0"/>
                </a:gradFill>
              </a:rPr>
              <a:t> </a:t>
            </a:r>
            <a:r>
              <a:rPr lang="en-US" dirty="0">
                <a:gradFill>
                  <a:gsLst>
                    <a:gs pos="1250">
                      <a:srgbClr val="FFFFFF"/>
                    </a:gs>
                    <a:gs pos="100000">
                      <a:srgbClr val="FFFFFF"/>
                    </a:gs>
                  </a:gsLst>
                  <a:lin ang="5400000" scaled="0"/>
                </a:gradFill>
              </a:rPr>
              <a:t>to evaluate this session and be automatically entered in a </a:t>
            </a:r>
            <a:r>
              <a:rPr lang="en-US" dirty="0" smtClean="0">
                <a:gradFill>
                  <a:gsLst>
                    <a:gs pos="1250">
                      <a:srgbClr val="FFFFFF"/>
                    </a:gs>
                    <a:gs pos="100000">
                      <a:srgbClr val="FFFFFF"/>
                    </a:gs>
                  </a:gsLst>
                  <a:lin ang="5400000" scaled="0"/>
                </a:gradFill>
              </a:rPr>
              <a:t>drawing </a:t>
            </a:r>
            <a:r>
              <a:rPr lang="en-US" dirty="0">
                <a:gradFill>
                  <a:gsLst>
                    <a:gs pos="1250">
                      <a:srgbClr val="FFFFFF"/>
                    </a:gs>
                    <a:gs pos="100000">
                      <a:srgbClr val="FFFFFF"/>
                    </a:gs>
                  </a:gsLst>
                  <a:lin ang="5400000" scaled="0"/>
                </a:gradFill>
              </a:rPr>
              <a:t>to </a:t>
            </a:r>
            <a:r>
              <a:rPr lang="en-US" dirty="0" smtClean="0">
                <a:gradFill>
                  <a:gsLst>
                    <a:gs pos="1250">
                      <a:srgbClr val="FFFFFF"/>
                    </a:gs>
                    <a:gs pos="100000">
                      <a:srgbClr val="FFFFFF"/>
                    </a:gs>
                  </a:gsLst>
                  <a:lin ang="5400000" scaled="0"/>
                </a:gradFill>
              </a:rPr>
              <a:t>win </a:t>
            </a:r>
            <a:r>
              <a:rPr lang="en-US" dirty="0">
                <a:gradFill>
                  <a:gsLst>
                    <a:gs pos="1250">
                      <a:srgbClr val="FFFFFF"/>
                    </a:gs>
                    <a:gs pos="100000">
                      <a:srgbClr val="FFFFFF"/>
                    </a:gs>
                  </a:gsLst>
                  <a:lin ang="5400000" scaled="0"/>
                </a:gradFill>
              </a:rPr>
              <a:t>a </a:t>
            </a:r>
            <a:r>
              <a:rPr lang="en-US" dirty="0" smtClean="0">
                <a:gradFill>
                  <a:gsLst>
                    <a:gs pos="1250">
                      <a:srgbClr val="FFFFFF"/>
                    </a:gs>
                    <a:gs pos="100000">
                      <a:srgbClr val="FFFFFF"/>
                    </a:gs>
                  </a:gsLst>
                  <a:lin ang="5400000" scaled="0"/>
                </a:gradFill>
              </a:rPr>
              <a:t>prize!</a:t>
            </a:r>
            <a:endParaRPr lang="en-US" b="1" dirty="0">
              <a:gradFill>
                <a:gsLst>
                  <a:gs pos="1250">
                    <a:srgbClr val="FFFFFF"/>
                  </a:gs>
                  <a:gs pos="100000">
                    <a:srgbClr val="FFFFFF"/>
                  </a:gs>
                </a:gsLst>
                <a:lin ang="5400000" scaled="0"/>
              </a:gra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46638" y="1834962"/>
            <a:ext cx="4572000" cy="457200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9943129" y="2179604"/>
            <a:ext cx="1915773" cy="4209429"/>
            <a:chOff x="9835555" y="1393220"/>
            <a:chExt cx="2076450" cy="4562475"/>
          </a:xfrm>
        </p:grpSpPr>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67237" y="1892483"/>
              <a:ext cx="1807824" cy="3237981"/>
            </a:xfrm>
            <a:prstGeom prst="rect">
              <a:avLst/>
            </a:prstGeom>
          </p:spPr>
        </p:pic>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835555" y="1393220"/>
              <a:ext cx="2076450" cy="4562475"/>
            </a:xfrm>
            <a:prstGeom prst="rect">
              <a:avLst/>
            </a:prstGeom>
          </p:spPr>
        </p:pic>
      </p:grpSp>
      <p:sp>
        <p:nvSpPr>
          <p:cNvPr id="5" name="Rectangle 4" hidden="1"/>
          <p:cNvSpPr/>
          <p:nvPr/>
        </p:nvSpPr>
        <p:spPr bwMode="auto">
          <a:xfrm>
            <a:off x="9218612" y="115512"/>
            <a:ext cx="2854754" cy="2185214"/>
          </a:xfrm>
          <a:prstGeom prst="rect">
            <a:avLst/>
          </a:prstGeom>
          <a:solidFill>
            <a:srgbClr val="7FBA00"/>
          </a:solidFill>
          <a:ln>
            <a:noFill/>
            <a:headEnd type="none" w="med" len="med"/>
            <a:tailEnd type="none" w="med" len="med"/>
          </a:ln>
          <a:effectLst/>
          <a:scene3d>
            <a:camera prst="orthographicFront" fov="0">
              <a:rot lat="0" lon="0" rev="0"/>
            </a:camera>
            <a:lightRig rig="soft" dir="tl">
              <a:rot lat="0" lon="0" rev="20000000"/>
            </a:lightRig>
          </a:scene3d>
          <a:sp3d prstMaterial="matte"/>
        </p:spPr>
        <p:style>
          <a:lnRef idx="0">
            <a:schemeClr val="accent2"/>
          </a:lnRef>
          <a:fillRef idx="3">
            <a:schemeClr val="accent2"/>
          </a:fillRef>
          <a:effectRef idx="3">
            <a:schemeClr val="accent2"/>
          </a:effectRef>
          <a:fontRef idx="minor">
            <a:schemeClr val="lt1"/>
          </a:fontRef>
        </p:style>
        <p:txBody>
          <a:bodyPr vert="horz" wrap="square" lIns="91436" tIns="137160" rIns="91436" bIns="137160" numCol="1" rtlCol="0" anchor="t" anchorCtr="0" compatLnSpc="1">
            <a:prstTxWarp prst="textNoShape">
              <a:avLst/>
            </a:prstTxWarp>
            <a:spAutoFit/>
          </a:bodyPr>
          <a:lstStyle/>
          <a:p>
            <a:pPr defTabSz="914099" fontAlgn="base">
              <a:spcBef>
                <a:spcPct val="0"/>
              </a:spcBef>
              <a:spcAft>
                <a:spcPct val="0"/>
              </a:spcAft>
            </a:pPr>
            <a:r>
              <a:rPr lang="en-US" sz="2800" b="1" dirty="0">
                <a:solidFill>
                  <a:srgbClr val="FFFFFF">
                    <a:alpha val="99000"/>
                  </a:srgbClr>
                </a:solidFill>
              </a:rPr>
              <a:t>Required Slide </a:t>
            </a:r>
            <a:endParaRPr lang="en-US" sz="2800" b="1" dirty="0" smtClean="0">
              <a:solidFill>
                <a:srgbClr val="FFFFFF">
                  <a:alpha val="99000"/>
                </a:srgbClr>
              </a:solidFill>
            </a:endParaRPr>
          </a:p>
          <a:p>
            <a:pPr defTabSz="914099" fontAlgn="base">
              <a:spcBef>
                <a:spcPct val="0"/>
              </a:spcBef>
              <a:spcAft>
                <a:spcPct val="0"/>
              </a:spcAft>
            </a:pPr>
            <a:r>
              <a:rPr lang="en-US" sz="1200" dirty="0">
                <a:solidFill>
                  <a:srgbClr val="FFFFFF">
                    <a:alpha val="99000"/>
                  </a:srgbClr>
                </a:solidFill>
              </a:rPr>
              <a:t>*delete this box when your slide is finalized</a:t>
            </a:r>
          </a:p>
          <a:p>
            <a:pPr defTabSz="914099" fontAlgn="base">
              <a:spcBef>
                <a:spcPct val="0"/>
              </a:spcBef>
              <a:spcAft>
                <a:spcPct val="0"/>
              </a:spcAft>
            </a:pPr>
            <a:endParaRPr lang="en-US" dirty="0">
              <a:solidFill>
                <a:srgbClr val="FFFFFF">
                  <a:alpha val="99000"/>
                </a:srgbClr>
              </a:solidFill>
            </a:endParaRPr>
          </a:p>
          <a:p>
            <a:pPr defTabSz="932742"/>
            <a:r>
              <a:rPr lang="en-US" dirty="0">
                <a:solidFill>
                  <a:srgbClr val="FFFFFF">
                    <a:alpha val="99000"/>
                  </a:srgbClr>
                </a:solidFill>
              </a:rPr>
              <a:t>Your MS Tag will be inserted here during the final scrub. </a:t>
            </a:r>
          </a:p>
        </p:txBody>
      </p:sp>
    </p:spTree>
    <p:extLst>
      <p:ext uri="{BB962C8B-B14F-4D97-AF65-F5344CB8AC3E}">
        <p14:creationId xmlns:p14="http://schemas.microsoft.com/office/powerpoint/2010/main" val="40083746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2749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Build_Template_16x9 - Rev 03">
  <a:themeElements>
    <a:clrScheme name="Build - Dark Blue">
      <a:dk1>
        <a:srgbClr val="000000"/>
      </a:dk1>
      <a:lt1>
        <a:srgbClr val="FFFFFF"/>
      </a:lt1>
      <a:dk2>
        <a:srgbClr val="00188F"/>
      </a:dk2>
      <a:lt2>
        <a:srgbClr val="FFFFFF"/>
      </a:lt2>
      <a:accent1>
        <a:srgbClr val="00BCF2"/>
      </a:accent1>
      <a:accent2>
        <a:srgbClr val="9B4F96"/>
      </a:accent2>
      <a:accent3>
        <a:srgbClr val="E81123"/>
      </a:accent3>
      <a:accent4>
        <a:srgbClr val="00D8CC"/>
      </a:accent4>
      <a:accent5>
        <a:srgbClr val="7FBA00"/>
      </a:accent5>
      <a:accent6>
        <a:srgbClr val="FF8C00"/>
      </a:accent6>
      <a:hlink>
        <a:srgbClr val="00BCF2"/>
      </a:hlink>
      <a:folHlink>
        <a:srgbClr val="00BCF2"/>
      </a:folHlink>
    </a:clrScheme>
    <a:fontScheme name="Custom 2">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34A28"/>
        </a:solidFill>
        <a:ln>
          <a:noFill/>
          <a:headEnd type="none" w="med" len="med"/>
          <a:tailEnd type="none" w="med" len="med"/>
        </a:ln>
        <a:effectLst/>
      </a:spPr>
      <a:bodyPr lIns="91440" tIns="91440" rIns="34294" bIns="34294" anchor="t" anchorCtr="0"/>
      <a:lstStyle>
        <a:defPPr defTabSz="932406">
          <a:defRPr sz="1600" spc="-102" dirty="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rtlCol="0">
        <a:spAutoFit/>
      </a:bodyPr>
      <a:lstStyle>
        <a:defPPr>
          <a:defRPr sz="2400" dirty="0" smtClean="0">
            <a:gradFill>
              <a:gsLst>
                <a:gs pos="0">
                  <a:schemeClr val="tx1"/>
                </a:gs>
                <a:gs pos="100000">
                  <a:schemeClr val="tx1"/>
                </a:gs>
              </a:gsLst>
              <a:lin ang="5400000" scaled="0"/>
            </a:gradFill>
          </a:defRPr>
        </a:defPPr>
      </a:lstStyle>
    </a:txDef>
  </a:objectDefaults>
  <a:extraClrSchemeLst/>
  <a:extLst>
    <a:ext uri="{05A4C25C-085E-4340-85A3-A5531E510DB2}">
      <thm15:themeFamily xmlns:thm15="http://schemas.microsoft.com/office/thememl/2012/main" name="Build_Template_16x9 - Rev 03 [Read-Only]" id="{3715F126-5FAF-444E-A931-07015B778CCF}" vid="{9C2C21D9-DFED-4637-943F-3FAAACE59A3C}"/>
    </a:ext>
  </a:extLst>
</a:theme>
</file>

<file path=ppt/theme/theme2.xml><?xml version="1.0" encoding="utf-8"?>
<a:theme xmlns:a="http://schemas.openxmlformats.org/drawingml/2006/main" name="1_Build_Template_16x9 - Rev 03">
  <a:themeElements>
    <a:clrScheme name="Build - Dark Blue">
      <a:dk1>
        <a:srgbClr val="000000"/>
      </a:dk1>
      <a:lt1>
        <a:srgbClr val="FFFFFF"/>
      </a:lt1>
      <a:dk2>
        <a:srgbClr val="00188F"/>
      </a:dk2>
      <a:lt2>
        <a:srgbClr val="FFFFFF"/>
      </a:lt2>
      <a:accent1>
        <a:srgbClr val="00BCF2"/>
      </a:accent1>
      <a:accent2>
        <a:srgbClr val="9B4F96"/>
      </a:accent2>
      <a:accent3>
        <a:srgbClr val="E81123"/>
      </a:accent3>
      <a:accent4>
        <a:srgbClr val="00D8CC"/>
      </a:accent4>
      <a:accent5>
        <a:srgbClr val="7FBA00"/>
      </a:accent5>
      <a:accent6>
        <a:srgbClr val="FF8C00"/>
      </a:accent6>
      <a:hlink>
        <a:srgbClr val="00BCF2"/>
      </a:hlink>
      <a:folHlink>
        <a:srgbClr val="00BCF2"/>
      </a:folHlink>
    </a:clrScheme>
    <a:fontScheme name="Custom 2">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34A28"/>
        </a:solidFill>
        <a:ln>
          <a:noFill/>
          <a:headEnd type="none" w="med" len="med"/>
          <a:tailEnd type="none" w="med" len="med"/>
        </a:ln>
        <a:effectLst/>
      </a:spPr>
      <a:bodyPr lIns="91440" tIns="91440" rIns="34294" bIns="34294" anchor="t" anchorCtr="0"/>
      <a:lstStyle>
        <a:defPPr defTabSz="932406">
          <a:defRPr sz="1600" spc="-102" dirty="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rtlCol="0">
        <a:spAutoFit/>
      </a:bodyPr>
      <a:lstStyle>
        <a:defPPr>
          <a:defRPr sz="2400" dirty="0" smtClean="0">
            <a:gradFill>
              <a:gsLst>
                <a:gs pos="0">
                  <a:schemeClr val="tx1"/>
                </a:gs>
                <a:gs pos="100000">
                  <a:schemeClr val="tx1"/>
                </a:gs>
              </a:gsLst>
              <a:lin ang="5400000" scaled="0"/>
            </a:gradFill>
          </a:defRPr>
        </a:defPPr>
      </a:lstStyle>
    </a:txDef>
  </a:objectDefaults>
  <a:extraClrSchemeLst/>
  <a:extLst>
    <a:ext uri="{05A4C25C-085E-4340-85A3-A5531E510DB2}">
      <thm15:themeFamily xmlns:thm15="http://schemas.microsoft.com/office/thememl/2012/main" name="Build_Template_16x9 - Rev 03 [Read-Only]" id="{3715F126-5FAF-444E-A931-07015B778CCF}" vid="{9C2C21D9-DFED-4637-943F-3FAAACE59A3C}"/>
    </a:ext>
  </a:extLst>
</a:theme>
</file>

<file path=ppt/theme/theme3.xml><?xml version="1.0" encoding="utf-8"?>
<a:theme xmlns:a="http://schemas.openxmlformats.org/drawingml/2006/main" name="2_Build_Template_16x9 - Rev 03">
  <a:themeElements>
    <a:clrScheme name="Build - Dark Blue">
      <a:dk1>
        <a:srgbClr val="000000"/>
      </a:dk1>
      <a:lt1>
        <a:srgbClr val="FFFFFF"/>
      </a:lt1>
      <a:dk2>
        <a:srgbClr val="00188F"/>
      </a:dk2>
      <a:lt2>
        <a:srgbClr val="FFFFFF"/>
      </a:lt2>
      <a:accent1>
        <a:srgbClr val="00BCF2"/>
      </a:accent1>
      <a:accent2>
        <a:srgbClr val="9B4F96"/>
      </a:accent2>
      <a:accent3>
        <a:srgbClr val="E81123"/>
      </a:accent3>
      <a:accent4>
        <a:srgbClr val="00D8CC"/>
      </a:accent4>
      <a:accent5>
        <a:srgbClr val="7FBA00"/>
      </a:accent5>
      <a:accent6>
        <a:srgbClr val="FF8C00"/>
      </a:accent6>
      <a:hlink>
        <a:srgbClr val="00BCF2"/>
      </a:hlink>
      <a:folHlink>
        <a:srgbClr val="00BCF2"/>
      </a:folHlink>
    </a:clrScheme>
    <a:fontScheme name="Custom 2">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34A28"/>
        </a:solidFill>
        <a:ln>
          <a:noFill/>
          <a:headEnd type="none" w="med" len="med"/>
          <a:tailEnd type="none" w="med" len="med"/>
        </a:ln>
        <a:effectLst/>
      </a:spPr>
      <a:bodyPr lIns="91440" tIns="91440" rIns="34294" bIns="34294" anchor="t" anchorCtr="0"/>
      <a:lstStyle>
        <a:defPPr defTabSz="932406">
          <a:defRPr sz="1600" spc="-102" dirty="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rtlCol="0">
        <a:spAutoFit/>
      </a:bodyPr>
      <a:lstStyle>
        <a:defPPr>
          <a:defRPr sz="2400" dirty="0" smtClean="0">
            <a:gradFill>
              <a:gsLst>
                <a:gs pos="0">
                  <a:schemeClr val="tx1"/>
                </a:gs>
                <a:gs pos="100000">
                  <a:schemeClr val="tx1"/>
                </a:gs>
              </a:gsLst>
              <a:lin ang="5400000" scaled="0"/>
            </a:gradFill>
          </a:defRPr>
        </a:defPPr>
      </a:lstStyle>
    </a:txDef>
  </a:objectDefaults>
  <a:extraClrSchemeLst/>
  <a:extLst>
    <a:ext uri="{05A4C25C-085E-4340-85A3-A5531E510DB2}">
      <thm15:themeFamily xmlns:thm15="http://schemas.microsoft.com/office/thememl/2012/main" name="Build_Template_16x9 - Rev 03 [Read-Only]" id="{3715F126-5FAF-444E-A931-07015B778CCF}" vid="{9C2C21D9-DFED-4637-943F-3FAAACE59A3C}"/>
    </a:ext>
  </a:extLst>
</a:theme>
</file>

<file path=ppt/theme/theme4.xml><?xml version="1.0" encoding="utf-8"?>
<a:theme xmlns:a="http://schemas.openxmlformats.org/drawingml/2006/main" name="3_Build_Template_16x9 - Rev 03">
  <a:themeElements>
    <a:clrScheme name="Build - Dark Blue">
      <a:dk1>
        <a:srgbClr val="000000"/>
      </a:dk1>
      <a:lt1>
        <a:srgbClr val="FFFFFF"/>
      </a:lt1>
      <a:dk2>
        <a:srgbClr val="00188F"/>
      </a:dk2>
      <a:lt2>
        <a:srgbClr val="FFFFFF"/>
      </a:lt2>
      <a:accent1>
        <a:srgbClr val="00BCF2"/>
      </a:accent1>
      <a:accent2>
        <a:srgbClr val="9B4F96"/>
      </a:accent2>
      <a:accent3>
        <a:srgbClr val="E81123"/>
      </a:accent3>
      <a:accent4>
        <a:srgbClr val="00D8CC"/>
      </a:accent4>
      <a:accent5>
        <a:srgbClr val="7FBA00"/>
      </a:accent5>
      <a:accent6>
        <a:srgbClr val="FF8C00"/>
      </a:accent6>
      <a:hlink>
        <a:srgbClr val="00BCF2"/>
      </a:hlink>
      <a:folHlink>
        <a:srgbClr val="00BCF2"/>
      </a:folHlink>
    </a:clrScheme>
    <a:fontScheme name="Custom 2">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34A28"/>
        </a:solidFill>
        <a:ln>
          <a:noFill/>
          <a:headEnd type="none" w="med" len="med"/>
          <a:tailEnd type="none" w="med" len="med"/>
        </a:ln>
        <a:effectLst/>
      </a:spPr>
      <a:bodyPr lIns="91440" tIns="91440" rIns="34294" bIns="34294" anchor="t" anchorCtr="0"/>
      <a:lstStyle>
        <a:defPPr defTabSz="932406">
          <a:defRPr sz="1600" spc="-102" dirty="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rtlCol="0">
        <a:spAutoFit/>
      </a:bodyPr>
      <a:lstStyle>
        <a:defPPr>
          <a:defRPr sz="2400" dirty="0" smtClean="0">
            <a:gradFill>
              <a:gsLst>
                <a:gs pos="0">
                  <a:schemeClr val="tx1"/>
                </a:gs>
                <a:gs pos="100000">
                  <a:schemeClr val="tx1"/>
                </a:gs>
              </a:gsLst>
              <a:lin ang="5400000" scaled="0"/>
            </a:gradFill>
          </a:defRPr>
        </a:defPPr>
      </a:lstStyle>
    </a:txDef>
  </a:objectDefaults>
  <a:extraClrSchemeLst/>
  <a:extLst>
    <a:ext uri="{05A4C25C-085E-4340-85A3-A5531E510DB2}">
      <thm15:themeFamily xmlns:thm15="http://schemas.microsoft.com/office/thememl/2012/main" name="Build_Template_16x9 - Rev 03 [Read-Only]" id="{3715F126-5FAF-444E-A931-07015B778CCF}" vid="{9C2C21D9-DFED-4637-943F-3FAAACE59A3C}"/>
    </a:ext>
  </a:extLst>
</a:theme>
</file>

<file path=ppt/theme/theme5.xml><?xml version="1.0" encoding="utf-8"?>
<a:theme xmlns:a="http://schemas.openxmlformats.org/drawingml/2006/main" name="1_5-30426_BUILD_2013_Template_D.Blue">
  <a:themeElements>
    <a:clrScheme name="Build 2013 Template">
      <a:dk1>
        <a:srgbClr val="000000"/>
      </a:dk1>
      <a:lt1>
        <a:srgbClr val="FFFFFF"/>
      </a:lt1>
      <a:dk2>
        <a:srgbClr val="00188F"/>
      </a:dk2>
      <a:lt2>
        <a:srgbClr val="FFFFFF"/>
      </a:lt2>
      <a:accent1>
        <a:srgbClr val="00188F"/>
      </a:accent1>
      <a:accent2>
        <a:srgbClr val="00BCF2"/>
      </a:accent2>
      <a:accent3>
        <a:srgbClr val="9B4F96"/>
      </a:accent3>
      <a:accent4>
        <a:srgbClr val="7FBA00"/>
      </a:accent4>
      <a:accent5>
        <a:srgbClr val="FF8C00"/>
      </a:accent5>
      <a:accent6>
        <a:srgbClr val="00D8CC"/>
      </a:accent6>
      <a:hlink>
        <a:srgbClr val="00BCF2"/>
      </a:hlink>
      <a:folHlink>
        <a:srgbClr val="00BCF2"/>
      </a:folHlink>
    </a:clrScheme>
    <a:fontScheme name="Custom 2">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188F"/>
        </a:solidFill>
        <a:ln>
          <a:noFill/>
          <a:headEnd type="none" w="med" len="med"/>
          <a:tailEnd type="none" w="med" len="med"/>
        </a:ln>
        <a:effectLst/>
      </a:spPr>
      <a:bodyPr lIns="91440" tIns="91440" rIns="34294" bIns="34294" anchor="t" anchorCtr="0"/>
      <a:lstStyle>
        <a:defPPr defTabSz="932406">
          <a:defRPr sz="1600" spc="-102" dirty="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rtlCol="0">
        <a:spAutoFit/>
      </a:bodyPr>
      <a:lstStyle>
        <a:defPPr>
          <a:defRPr sz="2400" dirty="0" smtClean="0">
            <a:gradFill>
              <a:gsLst>
                <a:gs pos="0">
                  <a:schemeClr val="tx1">
                    <a:lumMod val="75000"/>
                    <a:lumOff val="25000"/>
                  </a:schemeClr>
                </a:gs>
                <a:gs pos="100000">
                  <a:schemeClr val="tx1">
                    <a:lumMod val="75000"/>
                    <a:lumOff val="25000"/>
                  </a:schemeClr>
                </a:gs>
              </a:gsLst>
              <a:lin ang="5400000" scaled="0"/>
            </a:gradFill>
          </a:defRPr>
        </a:defPPr>
      </a:lstStyle>
    </a:txDef>
  </a:objectDefaults>
  <a:extraClrSchemeLst/>
  <a:extLst>
    <a:ext uri="{05A4C25C-085E-4340-85A3-A5531E510DB2}">
      <thm15:themeFamily xmlns:thm15="http://schemas.microsoft.com/office/thememl/2012/main" name="Build_2013_Template_16x9" id="{F0E36718-832C-4AEA-8417-41A66B189204}" vid="{406DC43E-3286-418B-B3CF-9AE2AA3691B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PresentationsDoc" ma:contentTypeID="0x010100B88FC3ECA26D1C46B3C4C83281D2EB9C003BBE479AF4108146A616B6B5E7069DBC" ma:contentTypeVersion="61" ma:contentTypeDescription="" ma:contentTypeScope="" ma:versionID="89fe5faf2f25a24617a4f509b32cc989">
  <xsd:schema xmlns:xsd="http://www.w3.org/2001/XMLSchema" xmlns:xs="http://www.w3.org/2001/XMLSchema" xmlns:p="http://schemas.microsoft.com/office/2006/metadata/properties" xmlns:ns2="2295e2e7-0eeb-498e-8716-217bb2ee6ee3" xmlns:ns3="230e9df3-be65-4c73-a93b-d1236ebd677e" xmlns:ns4="8b529f77-48ab-4581-b468-93f09345b8aa" targetNamespace="http://schemas.microsoft.com/office/2006/metadata/properties" ma:root="true" ma:fieldsID="dfcb5511298a0ed35e170e5fd997f4f9" ns2:_="" ns3:_="" ns4:_="">
    <xsd:import namespace="2295e2e7-0eeb-498e-8716-217bb2ee6ee3"/>
    <xsd:import namespace="230e9df3-be65-4c73-a93b-d1236ebd677e"/>
    <xsd:import namespace="8b529f77-48ab-4581-b468-93f09345b8aa"/>
    <xsd:element name="properties">
      <xsd:complexType>
        <xsd:sequence>
          <xsd:element name="documentManagement">
            <xsd:complexType>
              <xsd:all>
                <xsd:element ref="ns2:Event_x0020_Start_x0020_Date" minOccurs="0"/>
                <xsd:element ref="ns2:Event_x0020_End_x0020_Date" minOccurs="0"/>
                <xsd:element ref="ns2:Presentation_x0020_Date" minOccurs="0"/>
                <xsd:element ref="ns2:MS_x0020_Speaker" minOccurs="0"/>
                <xsd:element ref="ns2:External_x0020_Speaker" minOccurs="0"/>
                <xsd:element ref="ns2:Session_x0020_Code" minOccurs="0"/>
                <xsd:element ref="ns2:MS_x0020_Content_x0020_Owner" minOccurs="0"/>
                <xsd:element ref="ns3:TaxCatchAll" minOccurs="0"/>
                <xsd:element ref="ns2:ProductTaxHTField0" minOccurs="0"/>
                <xsd:element ref="ns3:TaxCatchAllLabel" minOccurs="0"/>
                <xsd:element ref="ns2:CampaignTaxHTField0" minOccurs="0"/>
                <xsd:element ref="ns2:TrackTaxHTField0" minOccurs="0"/>
                <xsd:element ref="ns2:Event_x0020_VenueTaxHTField0" minOccurs="0"/>
                <xsd:element ref="ns4:AudienceTaxHTField0" minOccurs="0"/>
                <xsd:element ref="ns2:Event_x0020_LocationTaxHTField0" minOccurs="0"/>
                <xsd:element ref="ns2:Event1TaxHTField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95e2e7-0eeb-498e-8716-217bb2ee6ee3" elementFormDefault="qualified">
    <xsd:import namespace="http://schemas.microsoft.com/office/2006/documentManagement/types"/>
    <xsd:import namespace="http://schemas.microsoft.com/office/infopath/2007/PartnerControls"/>
    <xsd:element name="Event_x0020_Start_x0020_Date" ma:index="5" nillable="true" ma:displayName="Event Start Date" ma:format="DateOnly" ma:internalName="Event_x0020_Start_x0020_Date">
      <xsd:simpleType>
        <xsd:restriction base="dms:DateTime"/>
      </xsd:simpleType>
    </xsd:element>
    <xsd:element name="Event_x0020_End_x0020_Date" ma:index="6" nillable="true" ma:displayName="Event End Date" ma:format="DateOnly" ma:internalName="Event_x0020_End_x0020_Date">
      <xsd:simpleType>
        <xsd:restriction base="dms:DateTime"/>
      </xsd:simpleType>
    </xsd:element>
    <xsd:element name="Presentation_x0020_Date" ma:index="7" nillable="true" ma:displayName="Presentation Date" ma:format="DateOnly" ma:internalName="Presentation_x0020_Date" ma:readOnly="false">
      <xsd:simpleType>
        <xsd:restriction base="dms:DateTime"/>
      </xsd:simpleType>
    </xsd:element>
    <xsd:element name="MS_x0020_Speaker" ma:index="8" nillable="true" ma:displayName="MS Speaker" ma:list="UserInfo" ma:SharePointGroup="0" ma:internalName="MS_x0020_Speak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9" nillable="true" ma:displayName="Speaker" ma:internalName="External_x0020_Speaker">
      <xsd:simpleType>
        <xsd:restriction base="dms:Text">
          <xsd:maxLength value="255"/>
        </xsd:restriction>
      </xsd:simpleType>
    </xsd:element>
    <xsd:element name="Session_x0020_Code" ma:index="13" nillable="true" ma:displayName="Session Code" ma:internalName="Session_x0020_Code" ma:readOnly="false">
      <xsd:simpleType>
        <xsd:restriction base="dms:Text">
          <xsd:maxLength value="255"/>
        </xsd:restriction>
      </xsd:simpleType>
    </xsd:element>
    <xsd:element name="MS_x0020_Content_x0020_Owner" ma:index="15"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roductTaxHTField0" ma:index="19" nillable="true" ma:taxonomy="true" ma:internalName="ProductTaxHTField0" ma:taxonomyFieldName="Product" ma:displayName="Product" ma:default="" ma:fieldId="{59a4a0b0-ed64-4542-a55e-4a6c70bd0ce0}"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CampaignTaxHTField0" ma:index="22" nillable="true" ma:taxonomy="true" ma:internalName="CampaignTaxHTField0" ma:taxonomyFieldName="Campaign" ma:displayName="Campaign" ma:default="" ma:fieldId="{bcb0c99d-b00c-42c6-a16b-e1e19731231d}"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TrackTaxHTField0" ma:index="23" nillable="true" ma:taxonomy="true" ma:internalName="TrackTaxHTField0" ma:taxonomyFieldName="Track" ma:displayName="Track" ma:readOnly="false" ma:default="" ma:fieldId="{95cacdfb-fc4c-4855-b7e7-906e6cf614c7}" ma:sspId="e385fb40-52d4-4fae-9c5b-3e8ff8a5878e" ma:termSetId="0e8a185d-72dd-4c1d-8327-06082ee7fbb4" ma:anchorId="00000000-0000-0000-0000-000000000000" ma:open="false" ma:isKeyword="false">
      <xsd:complexType>
        <xsd:sequence>
          <xsd:element ref="pc:Terms" minOccurs="0" maxOccurs="1"/>
        </xsd:sequence>
      </xsd:complexType>
    </xsd:element>
    <xsd:element name="Event_x0020_VenueTaxHTField0" ma:index="25" nillable="true" ma:taxonomy="true" ma:internalName="Event_x0020_VenueTaxHTField0" ma:taxonomyFieldName="Event_x0020_Venue" ma:displayName="Event Venue" ma:default="" ma:fieldId="{72225233-bea3-47c9-bcc0-70aff672e91a}" ma:sspId="e385fb40-52d4-4fae-9c5b-3e8ff8a5878e" ma:termSetId="8280d8e6-c94b-487a-bd8b-a7d74984b60f" ma:anchorId="00000000-0000-0000-0000-000000000000" ma:open="false" ma:isKeyword="false">
      <xsd:complexType>
        <xsd:sequence>
          <xsd:element ref="pc:Terms" minOccurs="0" maxOccurs="1"/>
        </xsd:sequence>
      </xsd:complexType>
    </xsd:element>
    <xsd:element name="Event_x0020_LocationTaxHTField0" ma:index="27" nillable="true" ma:taxonomy="true" ma:internalName="Event_x0020_LocationTaxHTField0" ma:taxonomyFieldName="Event_x0020_Location" ma:displayName="Event Location" ma:readOnly="false" ma:default="" ma:fieldId="{721246b6-18f0-4d78-9fb7-960f4884f52f}" ma:sspId="e385fb40-52d4-4fae-9c5b-3e8ff8a5878e" ma:termSetId="9f38d074-2cf4-4ed1-a6e5-5a4bce426041" ma:anchorId="00000000-0000-0000-0000-000000000000" ma:open="false" ma:isKeyword="false">
      <xsd:complexType>
        <xsd:sequence>
          <xsd:element ref="pc:Terms" minOccurs="0" maxOccurs="1"/>
        </xsd:sequence>
      </xsd:complexType>
    </xsd:element>
    <xsd:element name="Event1TaxHTField0" ma:index="30" nillable="true" ma:taxonomy="true" ma:internalName="Event1TaxHTField0" ma:taxonomyFieldName="Event1" ma:displayName="Event Name" ma:readOnly="false" ma:default="" ma:fieldId="{173efa96-a0c5-4b7e-a5c5-ebf0027a79b9}" ma:sspId="e385fb40-52d4-4fae-9c5b-3e8ff8a5878e" ma:termSetId="a93ddb37-2243-4aad-9cf2-0d00c5bfa8e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9db2fa7-4ee4-4bb3-80e9-fade681f539b}" ma:internalName="TaxCatchAll" ma:showField="CatchAllData" ma:web="2295e2e7-0eeb-498e-8716-217bb2ee6ee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09db2fa7-4ee4-4bb3-80e9-fade681f539b}" ma:internalName="TaxCatchAllLabel" ma:readOnly="true" ma:showField="CatchAllDataLabel" ma:web="2295e2e7-0eeb-498e-8716-217bb2ee6ee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b529f77-48ab-4581-b468-93f09345b8aa" elementFormDefault="qualified">
    <xsd:import namespace="http://schemas.microsoft.com/office/2006/documentManagement/types"/>
    <xsd:import namespace="http://schemas.microsoft.com/office/infopath/2007/PartnerControls"/>
    <xsd:element name="AudienceTaxHTField0" ma:index="26" nillable="true" ma:taxonomy="true" ma:internalName="AudienceTaxHTField0" ma:taxonomyFieldName="Audience" ma:displayName="Audience" ma:readOnly="false" ma:default="" ma:fieldId="{6a4ad93e-f836-4089-85dd-0b5a8d4c5063}" ma:taxonomyMulti="true" ma:sspId="e385fb40-52d4-4fae-9c5b-3e8ff8a5878e" ma:termSetId="147febbf-7221-47e1-ac97-bfa1a8e909cb"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8"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rackTaxHTField0 xmlns="2295e2e7-0eeb-498e-8716-217bb2ee6ee3">
      <Terms xmlns="http://schemas.microsoft.com/office/infopath/2007/PartnerControls"/>
    </TrackTaxHTField0>
    <CampaignTaxHTField0 xmlns="2295e2e7-0eeb-498e-8716-217bb2ee6ee3">
      <Terms xmlns="http://schemas.microsoft.com/office/infopath/2007/PartnerControls"/>
    </CampaignTaxHTField0>
    <Event_x0020_End_x0020_Date xmlns="2295e2e7-0eeb-498e-8716-217bb2ee6ee3">2013-06-28T07:00:00+00:00</Event_x0020_End_x0020_Date>
    <Event_x0020_Start_x0020_Date xmlns="2295e2e7-0eeb-498e-8716-217bb2ee6ee3">2013-06-26T07:00:00+00:00</Event_x0020_Start_x0020_Date>
    <MS_x0020_Speaker xmlns="2295e2e7-0eeb-498e-8716-217bb2ee6ee3">
      <UserInfo>
        <DisplayName/>
        <AccountId xsi:nil="true"/>
        <AccountType/>
      </UserInfo>
    </MS_x0020_Speaker>
    <External_x0020_Speaker xmlns="2295e2e7-0eeb-498e-8716-217bb2ee6ee3">Harry Pierson</External_x0020_Speaker>
    <Session_x0020_Code xmlns="2295e2e7-0eeb-498e-8716-217bb2ee6ee3">3-136</Session_x0020_Code>
    <ProductTaxHTField0 xmlns="2295e2e7-0eeb-498e-8716-217bb2ee6ee3">
      <Terms xmlns="http://schemas.microsoft.com/office/infopath/2007/PartnerControls"/>
    </ProductTaxHTField0>
    <Presentation_x0020_Date xmlns="2295e2e7-0eeb-498e-8716-217bb2ee6ee3">2013-06-27T00:00:00-07:00</Presentation_x0020_Date>
    <Event_x0020_LocationTaxHTField0 xmlns="2295e2e7-0eeb-498e-8716-217bb2ee6ee3">
      <Terms xmlns="http://schemas.microsoft.com/office/infopath/2007/PartnerControls">
        <TermInfo xmlns="http://schemas.microsoft.com/office/infopath/2007/PartnerControls">
          <TermName xmlns="http://schemas.microsoft.com/office/infopath/2007/PartnerControls">San Francisco</TermName>
          <TermId xmlns="http://schemas.microsoft.com/office/infopath/2007/PartnerControls">84dfcb53-432b-499d-8965-93d483d36b4a</TermId>
        </TermInfo>
      </Terms>
    </Event_x0020_LocationTaxHTField0>
    <Event1TaxHTField0 xmlns="2295e2e7-0eeb-498e-8716-217bb2ee6ee3">
      <Terms xmlns="http://schemas.microsoft.com/office/infopath/2007/PartnerControls">
        <TermInfo xmlns="http://schemas.microsoft.com/office/infopath/2007/PartnerControls">
          <TermName xmlns="http://schemas.microsoft.com/office/infopath/2007/PartnerControls">BUILD</TermName>
          <TermId xmlns="http://schemas.microsoft.com/office/infopath/2007/PartnerControls">58542b36-5bf5-46a6-a53f-a41fb7a73785</TermId>
        </TermInfo>
      </Terms>
    </Event1TaxHTField0>
    <MS_x0020_Content_x0020_Owner xmlns="2295e2e7-0eeb-498e-8716-217bb2ee6ee3">
      <UserInfo>
        <DisplayName/>
        <AccountId xsi:nil="true"/>
        <AccountType/>
      </UserInfo>
    </MS_x0020_Content_x0020_Owner>
    <Event_x0020_VenueTaxHTField0 xmlns="2295e2e7-0eeb-498e-8716-217bb2ee6ee3">
      <Terms xmlns="http://schemas.microsoft.com/office/infopath/2007/PartnerControls"/>
    </Event_x0020_VenueTaxHTField0>
    <TaxCatchAll xmlns="230e9df3-be65-4c73-a93b-d1236ebd677e">
      <Value>497</Value>
      <Value>605</Value>
    </TaxCatchAll>
    <AudienceTaxHTField0 xmlns="8b529f77-48ab-4581-b468-93f09345b8aa">
      <Terms xmlns="http://schemas.microsoft.com/office/infopath/2007/PartnerControls"/>
    </AudienceTaxHTField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6B4C58-F9B2-43BC-BF4E-8D7166BE85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95e2e7-0eeb-498e-8716-217bb2ee6ee3"/>
    <ds:schemaRef ds:uri="230e9df3-be65-4c73-a93b-d1236ebd677e"/>
    <ds:schemaRef ds:uri="8b529f77-48ab-4581-b468-93f09345b8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0F116-B58F-4255-B05B-DA3808E0E5C6}">
  <ds:schemaRefs>
    <ds:schemaRef ds:uri="http://schemas.openxmlformats.org/package/2006/metadata/core-properties"/>
    <ds:schemaRef ds:uri="http://schemas.microsoft.com/office/2006/documentManagement/types"/>
    <ds:schemaRef ds:uri="http://www.w3.org/XML/1998/namespace"/>
    <ds:schemaRef ds:uri="http://purl.org/dc/terms/"/>
    <ds:schemaRef ds:uri="http://purl.org/dc/dcmitype/"/>
    <ds:schemaRef ds:uri="http://purl.org/dc/elements/1.1/"/>
    <ds:schemaRef ds:uri="http://schemas.microsoft.com/office/infopath/2007/PartnerControls"/>
    <ds:schemaRef ds:uri="8b529f77-48ab-4581-b468-93f09345b8aa"/>
    <ds:schemaRef ds:uri="230e9df3-be65-4c73-a93b-d1236ebd677e"/>
    <ds:schemaRef ds:uri="2295e2e7-0eeb-498e-8716-217bb2ee6ee3"/>
    <ds:schemaRef ds:uri="http://schemas.microsoft.com/office/2006/metadata/properties"/>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Build_Template_16x9 - Rev 03</Template>
  <TotalTime>69</TotalTime>
  <Words>1638</Words>
  <Application>Microsoft Office PowerPoint</Application>
  <PresentationFormat>Custom</PresentationFormat>
  <Paragraphs>158</Paragraphs>
  <Slides>31</Slides>
  <Notes>8</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31</vt:i4>
      </vt:variant>
    </vt:vector>
  </HeadingPairs>
  <TitlesOfParts>
    <vt:vector size="43" baseType="lpstr">
      <vt:lpstr>ＭＳ Ｐゴシック</vt:lpstr>
      <vt:lpstr>Arial</vt:lpstr>
      <vt:lpstr>Avenir LT Pro 45 Book</vt:lpstr>
      <vt:lpstr>Calibri</vt:lpstr>
      <vt:lpstr>Consolas</vt:lpstr>
      <vt:lpstr>Segoe UI</vt:lpstr>
      <vt:lpstr>Segoe UI Light</vt:lpstr>
      <vt:lpstr>Build_Template_16x9 - Rev 03</vt:lpstr>
      <vt:lpstr>1_Build_Template_16x9 - Rev 03</vt:lpstr>
      <vt:lpstr>2_Build_Template_16x9 - Rev 03</vt:lpstr>
      <vt:lpstr>3_Build_Template_16x9 - Rev 03</vt:lpstr>
      <vt:lpstr>1_5-30426_BUILD_2013_Template_D.Blue</vt:lpstr>
      <vt:lpstr>PowerPoint Presentation</vt:lpstr>
      <vt:lpstr>Making your Windows Store app  more reliable</vt:lpstr>
      <vt:lpstr>Good ratings and reviews are critical to  the success of your Windows Store app.</vt:lpstr>
      <vt:lpstr>PowerPoint Presentation</vt:lpstr>
      <vt:lpstr>Reliability is a continuing process. </vt:lpstr>
      <vt:lpstr>Monitor and regularly improve the quality of your app in order to avoid  the #1 cause of bad reviews.</vt:lpstr>
      <vt:lpstr>Agenda </vt:lpstr>
      <vt:lpstr>Regularly review your app’s quality telemetry on the Windows Dev Center.</vt:lpstr>
      <vt:lpstr>Microsoft automatically collects analytics and telemetry data about your Windows Store app.</vt:lpstr>
      <vt:lpstr>PowerPoint Presentation</vt:lpstr>
      <vt:lpstr>PowerPoint Presentation</vt:lpstr>
      <vt:lpstr>PowerPoint Presentation</vt:lpstr>
      <vt:lpstr>PowerPoint Presentation</vt:lpstr>
      <vt:lpstr>Error reports are not as useful as you might think.</vt:lpstr>
      <vt:lpstr>Take advantage of the new logging and  error APIs to keep track of what is happening inside your application.</vt:lpstr>
      <vt:lpstr>Logs can provide temporal context needed to diagnose issues that occur on customers’ machines.</vt:lpstr>
      <vt:lpstr>Logging to memory</vt:lpstr>
      <vt:lpstr>LoggingChannel example</vt:lpstr>
      <vt:lpstr>LoggingSession example</vt:lpstr>
      <vt:lpstr>Logging to disk</vt:lpstr>
      <vt:lpstr>FileLoggingSession example</vt:lpstr>
      <vt:lpstr>Windows 8.1 improves exception interop and provides a mechanism to observe unhandled  errors before process termination.</vt:lpstr>
      <vt:lpstr>Use XAML’s UnhandledException event if you wish, especially if you’re a managed developer.  CoreApplication.UnhandledErrorDetected is better for C++ developers and logging components.</vt:lpstr>
      <vt:lpstr>UnhandledErrorDetected example</vt:lpstr>
      <vt:lpstr>XAML’s UnhandledException example</vt:lpstr>
      <vt:lpstr>Demo: Add logging code to my app</vt:lpstr>
      <vt:lpstr>Monitor and regularly improve the quality of your app in order to avoid  the #1 cause of bad reviews.</vt:lpstr>
      <vt:lpstr>Summary</vt:lpstr>
      <vt:lpstr>Related Sessions</vt:lpstr>
      <vt:lpstr>Evaluate this session</vt:lpstr>
      <vt:lpstr>PowerPoint Presentation</vt:lpstr>
    </vt:vector>
  </TitlesOfParts>
  <Manager>Ron Sasaki</Manager>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your Windows Store app more reliable</dc:title>
  <dc:subject>Build 2013</dc:subject>
  <dc:creator>Vijay Rajagopalan</dc:creator>
  <cp:keywords>Build 2013</cp:keywords>
  <dc:description>Template: Mitchell Derrey, Silver Fox Productions
Formatting: Brett Perry, Silver Fox Productions
Date: June 25 - June 28, 2013
Location: MSCC, Redmond, WA
Audience Type: Internal</dc:description>
  <cp:lastModifiedBy>Shows</cp:lastModifiedBy>
  <cp:revision>14</cp:revision>
  <dcterms:created xsi:type="dcterms:W3CDTF">2013-03-29T21:32:40Z</dcterms:created>
  <dcterms:modified xsi:type="dcterms:W3CDTF">2013-06-27T21:50:35Z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0x010100B88FC3ECA26D1C46B3C4C83281D2EB9C003BBE479AF4108146A616B6B5E7069DBC</vt:lpwstr>
  </property>
  <property fmtid="{D5CDD505-2E9C-101B-9397-08002B2CF9AE}" pid="3" name="Product">
    <vt:lpwstr/>
  </property>
  <property fmtid="{D5CDD505-2E9C-101B-9397-08002B2CF9AE}" pid="4" name="Event1">
    <vt:lpwstr>605;#BUILD|58542b36-5bf5-46a6-a53f-a41fb7a73785</vt:lpwstr>
  </property>
  <property fmtid="{D5CDD505-2E9C-101B-9397-08002B2CF9AE}" pid="5" name="Audience">
    <vt:lpwstr/>
  </property>
  <property fmtid="{D5CDD505-2E9C-101B-9397-08002B2CF9AE}" pid="6" name="Event Location">
    <vt:lpwstr>497;#San Francisco|84dfcb53-432b-499d-8965-93d483d36b4a</vt:lpwstr>
  </property>
  <property fmtid="{D5CDD505-2E9C-101B-9397-08002B2CF9AE}" pid="7" name="Campaign">
    <vt:lpwstr/>
  </property>
  <property fmtid="{D5CDD505-2E9C-101B-9397-08002B2CF9AE}" pid="8" name="Event Venue">
    <vt:lpwstr/>
  </property>
  <property fmtid="{D5CDD505-2E9C-101B-9397-08002B2CF9AE}" pid="9" name="Track">
    <vt:lpwstr/>
  </property>
</Properties>
</file>