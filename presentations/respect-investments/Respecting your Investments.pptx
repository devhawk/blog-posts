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82" r:id="rId4"/>
    <p:sldMasterId id="2147484219" r:id="rId5"/>
    <p:sldMasterId id="2147484234" r:id="rId6"/>
    <p:sldMasterId id="2147484249" r:id="rId7"/>
  </p:sldMasterIdLst>
  <p:notesMasterIdLst>
    <p:notesMasterId r:id="rId38"/>
  </p:notesMasterIdLst>
  <p:handoutMasterIdLst>
    <p:handoutMasterId r:id="rId39"/>
  </p:handout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5" r:id="rId36"/>
    <p:sldId id="284" r:id="rId37"/>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5050"/>
    <a:srgbClr val="D2D2D2"/>
    <a:srgbClr val="BAD80A"/>
    <a:srgbClr val="7FBA00"/>
    <a:srgbClr val="FFFFFF"/>
    <a:srgbClr val="FFB900"/>
    <a:srgbClr val="DC3C00"/>
    <a:srgbClr val="000000"/>
    <a:srgbClr val="008272"/>
    <a:srgbClr val="7373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2" autoAdjust="0"/>
    <p:restoredTop sz="95747" autoAdjust="0"/>
  </p:normalViewPr>
  <p:slideViewPr>
    <p:cSldViewPr snapToObjects="1">
      <p:cViewPr varScale="1">
        <p:scale>
          <a:sx n="101" d="100"/>
          <a:sy n="101" d="100"/>
        </p:scale>
        <p:origin x="858" y="96"/>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Objects="1" showGuides="1">
      <p:cViewPr varScale="1">
        <p:scale>
          <a:sx n="65" d="100"/>
          <a:sy n="65" d="100"/>
        </p:scale>
        <p:origin x="3276" y="6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handoutMaster" Target="handoutMasters/handoutMaster1.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theme" Target="theme/theme1.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0172694-61BA-4353-BA89-77A3A7646F9B}" type="datetime1">
              <a:rPr lang="en-US" smtClean="0">
                <a:latin typeface="Segoe UI" pitchFamily="34" charset="0"/>
              </a:rPr>
              <a:t>4/2/2014</a:t>
            </a:fld>
            <a:endParaRPr lang="en-US" dirty="0">
              <a:latin typeface="Segoe UI" pitchFamily="34" charset="0"/>
            </a:endParaRP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
        <p:nvSpPr>
          <p:cNvPr id="3" name="Footer Placeholder 2"/>
          <p:cNvSpPr>
            <a:spLocks noGrp="1"/>
          </p:cNvSpPr>
          <p:nvPr>
            <p:ph type="ftr" sz="quarter" idx="2"/>
          </p:nvPr>
        </p:nvSpPr>
        <p:spPr>
          <a:xfrm>
            <a:off x="320074" y="8685213"/>
            <a:ext cx="5463504" cy="458787"/>
          </a:xfrm>
          <a:prstGeom prst="rect">
            <a:avLst/>
          </a:prstGeom>
        </p:spPr>
        <p:txBody>
          <a:bodyPr vert="horz" lIns="91440" tIns="45720" rIns="91440" bIns="45720" rtlCol="0" anchor="b"/>
          <a:lstStyle>
            <a:lvl1pPr algn="l">
              <a:defRPr sz="1200"/>
            </a:lvl1pPr>
          </a:lstStyle>
          <a:p>
            <a:r>
              <a:rPr lang="en-US" sz="500" dirty="0" smtClean="0"/>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p>
        </p:txBody>
      </p:sp>
      <p:sp>
        <p:nvSpPr>
          <p:cNvPr id="5"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smtClean="0"/>
              <a:t>Build 2014</a:t>
            </a:r>
            <a:endParaRPr lang="en-US" dirty="0"/>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smtClean="0"/>
              <a:t>Build 2014</a:t>
            </a:r>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9F00D60D-1703-4D24-8308-FEE06A50A69C}" type="datetime1">
              <a:rPr lang="en-US" smtClean="0"/>
              <a:t>4/2/2014</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C6996B83-60CF-42A8-BA06-F99D0BEC30B3}" type="datetime1">
              <a:rPr lang="en-US" smtClean="0">
                <a:solidFill>
                  <a:prstClr val="black"/>
                </a:solidFill>
              </a:rPr>
              <a:pPr/>
              <a:t>4/2/2014</a:t>
            </a:fld>
            <a:endParaRPr lang="en-US" dirty="0">
              <a:solidFill>
                <a:prstClr val="black"/>
              </a:solidFill>
            </a:endParaRPr>
          </a:p>
        </p:txBody>
      </p:sp>
      <p:sp>
        <p:nvSpPr>
          <p:cNvPr id="6" name="Slide Number Placeholder 5"/>
          <p:cNvSpPr>
            <a:spLocks noGrp="1"/>
          </p:cNvSpPr>
          <p:nvPr>
            <p:ph type="sldNum" sz="quarter" idx="12"/>
          </p:nvPr>
        </p:nvSpPr>
        <p:spPr/>
        <p:txBody>
          <a:bodyPr/>
          <a:lstStyle/>
          <a:p>
            <a:fld id="{B4008EB6-D09E-4580-8CD6-DDB14511944F}" type="slidenum">
              <a:rPr lang="en-US" smtClean="0">
                <a:solidFill>
                  <a:prstClr val="black"/>
                </a:solidFill>
              </a:rPr>
              <a:pPr/>
              <a:t>2</a:t>
            </a:fld>
            <a:endParaRPr lang="en-US" dirty="0">
              <a:solidFill>
                <a:prstClr val="black"/>
              </a:solidFill>
            </a:endParaRPr>
          </a:p>
        </p:txBody>
      </p:sp>
      <p:sp>
        <p:nvSpPr>
          <p:cNvPr id="7" name="Header Placeholder 6"/>
          <p:cNvSpPr>
            <a:spLocks noGrp="1"/>
          </p:cNvSpPr>
          <p:nvPr>
            <p:ph type="hdr" sz="quarter" idx="13"/>
          </p:nvPr>
        </p:nvSpPr>
        <p:spPr/>
        <p:txBody>
          <a:bodyPr/>
          <a:lstStyle/>
          <a:p>
            <a:r>
              <a:rPr lang="en-US" dirty="0" smtClean="0">
                <a:solidFill>
                  <a:prstClr val="black"/>
                </a:solidFill>
              </a:rPr>
              <a:t>Build 2014</a:t>
            </a:r>
            <a:endParaRPr lang="en-US" dirty="0">
              <a:solidFill>
                <a:prstClr val="black"/>
              </a:solidFill>
            </a:endParaRPr>
          </a:p>
        </p:txBody>
      </p:sp>
    </p:spTree>
    <p:extLst>
      <p:ext uri="{BB962C8B-B14F-4D97-AF65-F5344CB8AC3E}">
        <p14:creationId xmlns:p14="http://schemas.microsoft.com/office/powerpoint/2010/main" val="8952093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solidFill>
                  <a:prstClr val="black"/>
                </a:solidFill>
              </a:rPr>
              <a:t>Build 2014</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9F00D60D-1703-4D24-8308-FEE06A50A69C}" type="datetime1">
              <a:rPr lang="en-US" smtClean="0">
                <a:solidFill>
                  <a:prstClr val="black"/>
                </a:solidFill>
              </a:rPr>
              <a:pPr/>
              <a:t>4/2/2014</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3</a:t>
            </a:fld>
            <a:endParaRPr lang="en-US" dirty="0">
              <a:solidFill>
                <a:prstClr val="black"/>
              </a:solidFill>
            </a:endParaRPr>
          </a:p>
        </p:txBody>
      </p:sp>
    </p:spTree>
    <p:extLst>
      <p:ext uri="{BB962C8B-B14F-4D97-AF65-F5344CB8AC3E}">
        <p14:creationId xmlns:p14="http://schemas.microsoft.com/office/powerpoint/2010/main" val="19932680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smtClean="0">
                <a:solidFill>
                  <a:prstClr val="black"/>
                </a:solidFill>
              </a:rPr>
              <a:t>Build 2014</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9F00D60D-1703-4D24-8308-FEE06A50A69C}" type="datetime1">
              <a:rPr lang="en-US" smtClean="0">
                <a:solidFill>
                  <a:prstClr val="black"/>
                </a:solidFill>
              </a:rPr>
              <a:pPr/>
              <a:t>4/2/2014</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4</a:t>
            </a:fld>
            <a:endParaRPr lang="en-US" dirty="0">
              <a:solidFill>
                <a:prstClr val="black"/>
              </a:solidFill>
            </a:endParaRPr>
          </a:p>
        </p:txBody>
      </p:sp>
    </p:spTree>
    <p:extLst>
      <p:ext uri="{BB962C8B-B14F-4D97-AF65-F5344CB8AC3E}">
        <p14:creationId xmlns:p14="http://schemas.microsoft.com/office/powerpoint/2010/main" val="37958669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B079C3B8-7366-4A44-A34B-3977080C19E7}" type="datetime1">
              <a:rPr lang="en-US" smtClean="0">
                <a:solidFill>
                  <a:prstClr val="black"/>
                </a:solidFill>
              </a:rPr>
              <a:pPr/>
              <a:t>4/2/2014</a:t>
            </a:fld>
            <a:endParaRPr lang="en-US" dirty="0">
              <a:solidFill>
                <a:prstClr val="black"/>
              </a:solidFill>
            </a:endParaRPr>
          </a:p>
        </p:txBody>
      </p:sp>
      <p:sp>
        <p:nvSpPr>
          <p:cNvPr id="6" name="Slide Number Placeholder 5"/>
          <p:cNvSpPr>
            <a:spLocks noGrp="1"/>
          </p:cNvSpPr>
          <p:nvPr>
            <p:ph type="sldNum" sz="quarter" idx="12"/>
          </p:nvPr>
        </p:nvSpPr>
        <p:spPr/>
        <p:txBody>
          <a:bodyPr/>
          <a:lstStyle/>
          <a:p>
            <a:fld id="{B4008EB6-D09E-4580-8CD6-DDB14511944F}" type="slidenum">
              <a:rPr lang="en-US" smtClean="0">
                <a:solidFill>
                  <a:prstClr val="black"/>
                </a:solidFill>
              </a:rPr>
              <a:pPr/>
              <a:t>7</a:t>
            </a:fld>
            <a:endParaRPr lang="en-US" dirty="0">
              <a:solidFill>
                <a:prstClr val="black"/>
              </a:solidFill>
            </a:endParaRPr>
          </a:p>
        </p:txBody>
      </p:sp>
      <p:sp>
        <p:nvSpPr>
          <p:cNvPr id="7" name="Header Placeholder 6"/>
          <p:cNvSpPr>
            <a:spLocks noGrp="1"/>
          </p:cNvSpPr>
          <p:nvPr>
            <p:ph type="hdr" sz="quarter" idx="13"/>
          </p:nvPr>
        </p:nvSpPr>
        <p:spPr/>
        <p:txBody>
          <a:bodyPr/>
          <a:lstStyle/>
          <a:p>
            <a:r>
              <a:rPr lang="en-US" smtClean="0">
                <a:solidFill>
                  <a:prstClr val="black"/>
                </a:solidFill>
              </a:rPr>
              <a:t>Build 2014</a:t>
            </a:r>
            <a:endParaRPr lang="en-US" dirty="0">
              <a:solidFill>
                <a:prstClr val="black"/>
              </a:solidFill>
            </a:endParaRPr>
          </a:p>
        </p:txBody>
      </p:sp>
    </p:spTree>
    <p:extLst>
      <p:ext uri="{BB962C8B-B14F-4D97-AF65-F5344CB8AC3E}">
        <p14:creationId xmlns:p14="http://schemas.microsoft.com/office/powerpoint/2010/main" val="2004539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solidFill>
                  <a:prstClr val="black"/>
                </a:solidFill>
              </a:rPr>
              <a:t>Build 2014</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9F00D60D-1703-4D24-8308-FEE06A50A69C}" type="datetime1">
              <a:rPr lang="en-US" smtClean="0">
                <a:solidFill>
                  <a:prstClr val="black"/>
                </a:solidFill>
              </a:rPr>
              <a:pPr/>
              <a:t>4/2/2014</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9</a:t>
            </a:fld>
            <a:endParaRPr lang="en-US" dirty="0">
              <a:solidFill>
                <a:prstClr val="black"/>
              </a:solidFill>
            </a:endParaRPr>
          </a:p>
        </p:txBody>
      </p:sp>
    </p:spTree>
    <p:extLst>
      <p:ext uri="{BB962C8B-B14F-4D97-AF65-F5344CB8AC3E}">
        <p14:creationId xmlns:p14="http://schemas.microsoft.com/office/powerpoint/2010/main" val="13941603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solidFill>
                  <a:prstClr val="black"/>
                </a:solidFill>
              </a:rPr>
              <a:t>Build 2014</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9F00D60D-1703-4D24-8308-FEE06A50A69C}" type="datetime1">
              <a:rPr lang="en-US" smtClean="0">
                <a:solidFill>
                  <a:prstClr val="black"/>
                </a:solidFill>
              </a:rPr>
              <a:pPr/>
              <a:t>4/2/2014</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10</a:t>
            </a:fld>
            <a:endParaRPr lang="en-US" dirty="0">
              <a:solidFill>
                <a:prstClr val="black"/>
              </a:solidFill>
            </a:endParaRPr>
          </a:p>
        </p:txBody>
      </p:sp>
    </p:spTree>
    <p:extLst>
      <p:ext uri="{BB962C8B-B14F-4D97-AF65-F5344CB8AC3E}">
        <p14:creationId xmlns:p14="http://schemas.microsoft.com/office/powerpoint/2010/main" val="39240404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solidFill>
                  <a:prstClr val="black"/>
                </a:solidFill>
              </a:rPr>
              <a:t>Build 2014</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9F00D60D-1703-4D24-8308-FEE06A50A69C}" type="datetime1">
              <a:rPr lang="en-US" smtClean="0">
                <a:solidFill>
                  <a:prstClr val="black"/>
                </a:solidFill>
              </a:rPr>
              <a:pPr/>
              <a:t>4/2/2014</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11</a:t>
            </a:fld>
            <a:endParaRPr lang="en-US" dirty="0">
              <a:solidFill>
                <a:prstClr val="black"/>
              </a:solidFill>
            </a:endParaRPr>
          </a:p>
        </p:txBody>
      </p:sp>
    </p:spTree>
    <p:extLst>
      <p:ext uri="{BB962C8B-B14F-4D97-AF65-F5344CB8AC3E}">
        <p14:creationId xmlns:p14="http://schemas.microsoft.com/office/powerpoint/2010/main" val="41523563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solidFill>
                  <a:prstClr val="black"/>
                </a:solidFill>
              </a:rPr>
              <a:t>Build 2014</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9F00D60D-1703-4D24-8308-FEE06A50A69C}" type="datetime1">
              <a:rPr lang="en-US" smtClean="0">
                <a:solidFill>
                  <a:prstClr val="black"/>
                </a:solidFill>
              </a:rPr>
              <a:pPr/>
              <a:t>4/2/2014</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16</a:t>
            </a:fld>
            <a:endParaRPr lang="en-US" dirty="0">
              <a:solidFill>
                <a:prstClr val="black"/>
              </a:solidFill>
            </a:endParaRPr>
          </a:p>
        </p:txBody>
      </p:sp>
    </p:spTree>
    <p:extLst>
      <p:ext uri="{BB962C8B-B14F-4D97-AF65-F5344CB8AC3E}">
        <p14:creationId xmlns:p14="http://schemas.microsoft.com/office/powerpoint/2010/main" val="23227445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solidFill>
                  <a:prstClr val="black"/>
                </a:solidFill>
              </a:rPr>
              <a:t>Build 2014</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9F00D60D-1703-4D24-8308-FEE06A50A69C}" type="datetime1">
              <a:rPr lang="en-US" smtClean="0">
                <a:solidFill>
                  <a:prstClr val="black"/>
                </a:solidFill>
              </a:rPr>
              <a:pPr/>
              <a:t>4/2/2014</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17</a:t>
            </a:fld>
            <a:endParaRPr lang="en-US" dirty="0">
              <a:solidFill>
                <a:prstClr val="black"/>
              </a:solidFill>
            </a:endParaRPr>
          </a:p>
        </p:txBody>
      </p:sp>
    </p:spTree>
    <p:extLst>
      <p:ext uri="{BB962C8B-B14F-4D97-AF65-F5344CB8AC3E}">
        <p14:creationId xmlns:p14="http://schemas.microsoft.com/office/powerpoint/2010/main" val="23662770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solidFill>
                  <a:prstClr val="black"/>
                </a:solidFill>
              </a:rPr>
              <a:t>Build 2014</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9F00D60D-1703-4D24-8308-FEE06A50A69C}" type="datetime1">
              <a:rPr lang="en-US" smtClean="0">
                <a:solidFill>
                  <a:prstClr val="black"/>
                </a:solidFill>
              </a:rPr>
              <a:pPr/>
              <a:t>4/2/2014</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20</a:t>
            </a:fld>
            <a:endParaRPr lang="en-US" dirty="0">
              <a:solidFill>
                <a:prstClr val="black"/>
              </a:solidFill>
            </a:endParaRPr>
          </a:p>
        </p:txBody>
      </p:sp>
    </p:spTree>
    <p:extLst>
      <p:ext uri="{BB962C8B-B14F-4D97-AF65-F5344CB8AC3E}">
        <p14:creationId xmlns:p14="http://schemas.microsoft.com/office/powerpoint/2010/main" val="2282712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solidFill>
                  <a:prstClr val="black"/>
                </a:solidFill>
              </a:rPr>
              <a:t>Build 2014</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9F00D60D-1703-4D24-8308-FEE06A50A69C}" type="datetime1">
              <a:rPr lang="en-US" smtClean="0">
                <a:solidFill>
                  <a:prstClr val="black"/>
                </a:solidFill>
              </a:rPr>
              <a:pPr/>
              <a:t>4/2/2014</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25</a:t>
            </a:fld>
            <a:endParaRPr lang="en-US" dirty="0">
              <a:solidFill>
                <a:prstClr val="black"/>
              </a:solidFill>
            </a:endParaRPr>
          </a:p>
        </p:txBody>
      </p:sp>
    </p:spTree>
    <p:extLst>
      <p:ext uri="{BB962C8B-B14F-4D97-AF65-F5344CB8AC3E}">
        <p14:creationId xmlns:p14="http://schemas.microsoft.com/office/powerpoint/2010/main" val="34867383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solidFill>
                  <a:prstClr val="black"/>
                </a:solidFill>
              </a:rPr>
              <a:t>Build 2014</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9F00D60D-1703-4D24-8308-FEE06A50A69C}" type="datetime1">
              <a:rPr lang="en-US" smtClean="0">
                <a:solidFill>
                  <a:prstClr val="black"/>
                </a:solidFill>
              </a:rPr>
              <a:pPr/>
              <a:t>4/2/2014</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27</a:t>
            </a:fld>
            <a:endParaRPr lang="en-US" dirty="0">
              <a:solidFill>
                <a:prstClr val="black"/>
              </a:solidFill>
            </a:endParaRPr>
          </a:p>
        </p:txBody>
      </p:sp>
    </p:spTree>
    <p:extLst>
      <p:ext uri="{BB962C8B-B14F-4D97-AF65-F5344CB8AC3E}">
        <p14:creationId xmlns:p14="http://schemas.microsoft.com/office/powerpoint/2010/main" val="3724207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2"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4" name="Header Placeholder 3"/>
          <p:cNvSpPr>
            <a:spLocks noGrp="1"/>
          </p:cNvSpPr>
          <p:nvPr>
            <p:ph type="hdr" sz="quarter" idx="10"/>
          </p:nvPr>
        </p:nvSpPr>
        <p:spPr/>
        <p:txBody>
          <a:bodyPr/>
          <a:lstStyle/>
          <a:p>
            <a:r>
              <a:rPr lang="en-US" smtClean="0">
                <a:solidFill>
                  <a:prstClr val="black"/>
                </a:solidFill>
              </a:rPr>
              <a:t>Build 2014</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9F00D60D-1703-4D24-8308-FEE06A50A69C}" type="datetime1">
              <a:rPr lang="en-US" smtClean="0">
                <a:solidFill>
                  <a:prstClr val="black"/>
                </a:solidFill>
              </a:rPr>
              <a:pPr/>
              <a:t>4/2/2014</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28</a:t>
            </a:fld>
            <a:endParaRPr lang="en-US" dirty="0">
              <a:solidFill>
                <a:prstClr val="black"/>
              </a:solidFill>
            </a:endParaRPr>
          </a:p>
        </p:txBody>
      </p:sp>
    </p:spTree>
    <p:extLst>
      <p:ext uri="{BB962C8B-B14F-4D97-AF65-F5344CB8AC3E}">
        <p14:creationId xmlns:p14="http://schemas.microsoft.com/office/powerpoint/2010/main" val="30402353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t>Build 2014</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9F00D60D-1703-4D24-8308-FEE06A50A69C}" type="datetime1">
              <a:rPr lang="en-US" smtClean="0"/>
              <a:t>4/2/2014</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29</a:t>
            </a:fld>
            <a:endParaRPr lang="en-US" dirty="0"/>
          </a:p>
        </p:txBody>
      </p:sp>
    </p:spTree>
    <p:extLst>
      <p:ext uri="{BB962C8B-B14F-4D97-AF65-F5344CB8AC3E}">
        <p14:creationId xmlns:p14="http://schemas.microsoft.com/office/powerpoint/2010/main" val="15609239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6540" y="5783263"/>
            <a:ext cx="9142098" cy="902608"/>
          </a:xfrm>
          <a:noFill/>
        </p:spPr>
        <p:txBody>
          <a:bodyPr lIns="146304" tIns="109728" rIns="146304" bIns="109728" anchor="b">
            <a:noAutofit/>
          </a:bodyPr>
          <a:lstStyle>
            <a:lvl1pPr marL="0" indent="0">
              <a:spcBef>
                <a:spcPts val="0"/>
              </a:spcBef>
              <a:buNone/>
              <a:defRPr sz="2000" spc="0" baseline="0">
                <a:gradFill>
                  <a:gsLst>
                    <a:gs pos="0">
                      <a:schemeClr val="tx1"/>
                    </a:gs>
                    <a:gs pos="100000">
                      <a:schemeClr val="tx1"/>
                    </a:gs>
                  </a:gsLst>
                  <a:lin ang="5400000" scaled="0"/>
                </a:gradFill>
                <a:latin typeface="+mn-lt"/>
              </a:defRPr>
            </a:lvl1pPr>
          </a:lstStyle>
          <a:p>
            <a:pPr lvl="0"/>
            <a:r>
              <a:rPr lang="en-US" dirty="0" smtClean="0"/>
              <a:t>Speaker Name</a:t>
            </a:r>
          </a:p>
        </p:txBody>
      </p:sp>
      <p:sp>
        <p:nvSpPr>
          <p:cNvPr id="9" name="Title 1"/>
          <p:cNvSpPr>
            <a:spLocks noGrp="1"/>
          </p:cNvSpPr>
          <p:nvPr>
            <p:ph type="title" hasCustomPrompt="1"/>
          </p:nvPr>
        </p:nvSpPr>
        <p:spPr>
          <a:xfrm>
            <a:off x="274702" y="2117165"/>
            <a:ext cx="11887135" cy="1837298"/>
          </a:xfrm>
          <a:noFill/>
        </p:spPr>
        <p:txBody>
          <a:bodyPr lIns="146304" tIns="91440" rIns="146304" bIns="91440" anchor="t" anchorCtr="0"/>
          <a:lstStyle>
            <a:lvl1pPr>
              <a:defRPr sz="5400" spc="-100" baseline="0">
                <a:gradFill>
                  <a:gsLst>
                    <a:gs pos="3333">
                      <a:schemeClr val="tx1"/>
                    </a:gs>
                    <a:gs pos="39000">
                      <a:schemeClr val="tx1"/>
                    </a:gs>
                  </a:gsLst>
                  <a:lin ang="5400000" scaled="0"/>
                </a:gradFill>
              </a:defRPr>
            </a:lvl1pPr>
          </a:lstStyle>
          <a:p>
            <a:r>
              <a:rPr lang="en-US" dirty="0" smtClean="0"/>
              <a:t>Presentation title</a:t>
            </a:r>
            <a:endParaRPr lang="en-US" dirty="0"/>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10129837" y="6126162"/>
            <a:ext cx="1849602" cy="394827"/>
          </a:xfrm>
          <a:prstGeom prst="rect">
            <a:avLst/>
          </a:prstGeom>
          <a:noFill/>
          <a:ln>
            <a:noFill/>
          </a:ln>
        </p:spPr>
      </p:pic>
      <p:sp>
        <p:nvSpPr>
          <p:cNvPr id="3" name="Text Placeholder 2"/>
          <p:cNvSpPr>
            <a:spLocks noGrp="1"/>
          </p:cNvSpPr>
          <p:nvPr>
            <p:ph type="body" sz="quarter" idx="13" hasCustomPrompt="1"/>
          </p:nvPr>
        </p:nvSpPr>
        <p:spPr>
          <a:xfrm>
            <a:off x="274702" y="307621"/>
            <a:ext cx="3656013" cy="572464"/>
          </a:xfrm>
        </p:spPr>
        <p:txBody>
          <a:bodyPr lIns="182880" tIns="146304" rIns="182880" bIns="146304"/>
          <a:lstStyle>
            <a:lvl1pPr marL="0" indent="0">
              <a:buNone/>
              <a:defRPr sz="2000"/>
            </a:lvl1pPr>
            <a:lvl2pPr marL="342900" indent="0">
              <a:buNone/>
              <a:defRPr sz="2000"/>
            </a:lvl2pPr>
            <a:lvl3pPr marL="571500" indent="0">
              <a:buNone/>
              <a:defRPr sz="2000"/>
            </a:lvl3pPr>
            <a:lvl4pPr marL="800100" indent="0">
              <a:buNone/>
              <a:defRPr sz="2000"/>
            </a:lvl4pPr>
            <a:lvl5pPr marL="1028700" indent="0">
              <a:buNone/>
              <a:defRPr sz="2000"/>
            </a:lvl5pPr>
          </a:lstStyle>
          <a:p>
            <a:pPr lvl="0"/>
            <a:r>
              <a:rPr lang="en-US" dirty="0" smtClean="0"/>
              <a:t>Session Code Here</a:t>
            </a:r>
            <a:endParaRPr lang="en-US" dirty="0"/>
          </a:p>
        </p:txBody>
      </p:sp>
    </p:spTree>
    <p:extLst>
      <p:ext uri="{BB962C8B-B14F-4D97-AF65-F5344CB8AC3E}">
        <p14:creationId xmlns:p14="http://schemas.microsoft.com/office/powerpoint/2010/main" val="288605353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4" orient="horz" pos="4406" userDrawn="1">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2">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6540" y="5783263"/>
            <a:ext cx="9142098" cy="902608"/>
          </a:xfrm>
          <a:noFill/>
        </p:spPr>
        <p:txBody>
          <a:bodyPr lIns="146304" tIns="109728" rIns="146304" bIns="109728" anchor="b">
            <a:noAutofit/>
          </a:bodyPr>
          <a:lstStyle>
            <a:lvl1pPr marL="0" indent="0">
              <a:spcBef>
                <a:spcPts val="0"/>
              </a:spcBef>
              <a:buNone/>
              <a:defRPr sz="2000" spc="0" baseline="0">
                <a:gradFill>
                  <a:gsLst>
                    <a:gs pos="0">
                      <a:schemeClr val="tx1"/>
                    </a:gs>
                    <a:gs pos="100000">
                      <a:schemeClr val="tx1"/>
                    </a:gs>
                  </a:gsLst>
                  <a:lin ang="5400000" scaled="0"/>
                </a:gradFill>
                <a:latin typeface="+mn-lt"/>
              </a:defRPr>
            </a:lvl1pPr>
          </a:lstStyle>
          <a:p>
            <a:pPr lvl="0"/>
            <a:r>
              <a:rPr lang="en-US" dirty="0" smtClean="0"/>
              <a:t>Speaker Name</a:t>
            </a:r>
          </a:p>
        </p:txBody>
      </p:sp>
      <p:sp>
        <p:nvSpPr>
          <p:cNvPr id="9" name="Title 1"/>
          <p:cNvSpPr>
            <a:spLocks noGrp="1"/>
          </p:cNvSpPr>
          <p:nvPr>
            <p:ph type="title" hasCustomPrompt="1"/>
          </p:nvPr>
        </p:nvSpPr>
        <p:spPr>
          <a:xfrm>
            <a:off x="274702" y="2117165"/>
            <a:ext cx="11887135" cy="1837298"/>
          </a:xfrm>
          <a:noFill/>
        </p:spPr>
        <p:txBody>
          <a:bodyPr lIns="146304" tIns="91440" rIns="146304" bIns="91440" anchor="t" anchorCtr="0"/>
          <a:lstStyle>
            <a:lvl1pPr>
              <a:defRPr sz="5400" spc="-100" baseline="0">
                <a:gradFill>
                  <a:gsLst>
                    <a:gs pos="3333">
                      <a:schemeClr val="tx1"/>
                    </a:gs>
                    <a:gs pos="39000">
                      <a:schemeClr val="tx1"/>
                    </a:gs>
                  </a:gsLst>
                  <a:lin ang="5400000" scaled="0"/>
                </a:gradFill>
              </a:defRPr>
            </a:lvl1pPr>
          </a:lstStyle>
          <a:p>
            <a:r>
              <a:rPr lang="en-US" dirty="0" smtClean="0"/>
              <a:t>Presentation title</a:t>
            </a:r>
            <a:endParaRPr lang="en-US" dirty="0"/>
          </a:p>
        </p:txBody>
      </p:sp>
      <p:sp>
        <p:nvSpPr>
          <p:cNvPr id="4" name="Freeform 3"/>
          <p:cNvSpPr>
            <a:spLocks noChangeAspect="1" noEditPoints="1"/>
          </p:cNvSpPr>
          <p:nvPr userDrawn="1"/>
        </p:nvSpPr>
        <p:spPr bwMode="black">
          <a:xfrm>
            <a:off x="10332993" y="6103269"/>
            <a:ext cx="1639861" cy="411480"/>
          </a:xfrm>
          <a:custGeom>
            <a:avLst/>
            <a:gdLst>
              <a:gd name="T0" fmla="*/ 336 w 2176"/>
              <a:gd name="T1" fmla="*/ 2 h 546"/>
              <a:gd name="T2" fmla="*/ 269 w 2176"/>
              <a:gd name="T3" fmla="*/ 2 h 546"/>
              <a:gd name="T4" fmla="*/ 48 w 2176"/>
              <a:gd name="T5" fmla="*/ 538 h 546"/>
              <a:gd name="T6" fmla="*/ 2128 w 2176"/>
              <a:gd name="T7" fmla="*/ 2 h 546"/>
              <a:gd name="T8" fmla="*/ 2176 w 2176"/>
              <a:gd name="T9" fmla="*/ 2 h 546"/>
              <a:gd name="T10" fmla="*/ 1049 w 2176"/>
              <a:gd name="T11" fmla="*/ 175 h 546"/>
              <a:gd name="T12" fmla="*/ 1025 w 2176"/>
              <a:gd name="T13" fmla="*/ 454 h 546"/>
              <a:gd name="T14" fmla="*/ 937 w 2176"/>
              <a:gd name="T15" fmla="*/ 473 h 546"/>
              <a:gd name="T16" fmla="*/ 892 w 2176"/>
              <a:gd name="T17" fmla="*/ 384 h 546"/>
              <a:gd name="T18" fmla="*/ 809 w 2176"/>
              <a:gd name="T19" fmla="*/ 394 h 546"/>
              <a:gd name="T20" fmla="*/ 975 w 2176"/>
              <a:gd name="T21" fmla="*/ 540 h 546"/>
              <a:gd name="T22" fmla="*/ 1048 w 2176"/>
              <a:gd name="T23" fmla="*/ 482 h 546"/>
              <a:gd name="T24" fmla="*/ 1131 w 2176"/>
              <a:gd name="T25" fmla="*/ 536 h 546"/>
              <a:gd name="T26" fmla="*/ 1293 w 2176"/>
              <a:gd name="T27" fmla="*/ 14 h 546"/>
              <a:gd name="T28" fmla="*/ 1238 w 2176"/>
              <a:gd name="T29" fmla="*/ 3 h 546"/>
              <a:gd name="T30" fmla="*/ 1207 w 2176"/>
              <a:gd name="T31" fmla="*/ 48 h 546"/>
              <a:gd name="T32" fmla="*/ 1237 w 2176"/>
              <a:gd name="T33" fmla="*/ 91 h 546"/>
              <a:gd name="T34" fmla="*/ 1293 w 2176"/>
              <a:gd name="T35" fmla="*/ 81 h 546"/>
              <a:gd name="T36" fmla="*/ 1216 w 2176"/>
              <a:gd name="T37" fmla="*/ 536 h 546"/>
              <a:gd name="T38" fmla="*/ 1216 w 2176"/>
              <a:gd name="T39" fmla="*/ 175 h 546"/>
              <a:gd name="T40" fmla="*/ 1457 w 2176"/>
              <a:gd name="T41" fmla="*/ 536 h 546"/>
              <a:gd name="T42" fmla="*/ 1376 w 2176"/>
              <a:gd name="T43" fmla="*/ 536 h 546"/>
              <a:gd name="T44" fmla="*/ 729 w 2176"/>
              <a:gd name="T45" fmla="*/ 213 h 546"/>
              <a:gd name="T46" fmla="*/ 573 w 2176"/>
              <a:gd name="T47" fmla="*/ 163 h 546"/>
              <a:gd name="T48" fmla="*/ 491 w 2176"/>
              <a:gd name="T49" fmla="*/ 226 h 546"/>
              <a:gd name="T50" fmla="*/ 460 w 2176"/>
              <a:gd name="T51" fmla="*/ 2 h 546"/>
              <a:gd name="T52" fmla="*/ 489 w 2176"/>
              <a:gd name="T53" fmla="*/ 537 h 546"/>
              <a:gd name="T54" fmla="*/ 509 w 2176"/>
              <a:gd name="T55" fmla="*/ 512 h 546"/>
              <a:gd name="T56" fmla="*/ 596 w 2176"/>
              <a:gd name="T57" fmla="*/ 546 h 546"/>
              <a:gd name="T58" fmla="*/ 754 w 2176"/>
              <a:gd name="T59" fmla="*/ 423 h 546"/>
              <a:gd name="T60" fmla="*/ 671 w 2176"/>
              <a:gd name="T61" fmla="*/ 400 h 546"/>
              <a:gd name="T62" fmla="*/ 578 w 2176"/>
              <a:gd name="T63" fmla="*/ 478 h 546"/>
              <a:gd name="T64" fmla="*/ 495 w 2176"/>
              <a:gd name="T65" fmla="*/ 421 h 546"/>
              <a:gd name="T66" fmla="*/ 496 w 2176"/>
              <a:gd name="T67" fmla="*/ 291 h 546"/>
              <a:gd name="T68" fmla="*/ 586 w 2176"/>
              <a:gd name="T69" fmla="*/ 226 h 546"/>
              <a:gd name="T70" fmla="*/ 672 w 2176"/>
              <a:gd name="T71" fmla="*/ 293 h 546"/>
              <a:gd name="T72" fmla="*/ 1866 w 2176"/>
              <a:gd name="T73" fmla="*/ 2 h 546"/>
              <a:gd name="T74" fmla="*/ 1783 w 2176"/>
              <a:gd name="T75" fmla="*/ 220 h 546"/>
              <a:gd name="T76" fmla="*/ 1716 w 2176"/>
              <a:gd name="T77" fmla="*/ 171 h 546"/>
              <a:gd name="T78" fmla="*/ 1561 w 2176"/>
              <a:gd name="T79" fmla="*/ 220 h 546"/>
              <a:gd name="T80" fmla="*/ 1526 w 2176"/>
              <a:gd name="T81" fmla="*/ 443 h 546"/>
              <a:gd name="T82" fmla="*/ 1665 w 2176"/>
              <a:gd name="T83" fmla="*/ 546 h 546"/>
              <a:gd name="T84" fmla="*/ 1763 w 2176"/>
              <a:gd name="T85" fmla="*/ 507 h 546"/>
              <a:gd name="T86" fmla="*/ 1785 w 2176"/>
              <a:gd name="T87" fmla="*/ 537 h 546"/>
              <a:gd name="T88" fmla="*/ 1778 w 2176"/>
              <a:gd name="T89" fmla="*/ 413 h 546"/>
              <a:gd name="T90" fmla="*/ 1692 w 2176"/>
              <a:gd name="T91" fmla="*/ 479 h 546"/>
              <a:gd name="T92" fmla="*/ 1607 w 2176"/>
              <a:gd name="T93" fmla="*/ 414 h 546"/>
              <a:gd name="T94" fmla="*/ 1624 w 2176"/>
              <a:gd name="T95" fmla="*/ 269 h 546"/>
              <a:gd name="T96" fmla="*/ 1732 w 2176"/>
              <a:gd name="T97" fmla="*/ 241 h 546"/>
              <a:gd name="T98" fmla="*/ 1786 w 2176"/>
              <a:gd name="T99" fmla="*/ 326 h 5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76" h="546">
                <a:moveTo>
                  <a:pt x="163" y="538"/>
                </a:moveTo>
                <a:cubicBezTo>
                  <a:pt x="116" y="538"/>
                  <a:pt x="116" y="538"/>
                  <a:pt x="116" y="538"/>
                </a:cubicBezTo>
                <a:cubicBezTo>
                  <a:pt x="336" y="2"/>
                  <a:pt x="336" y="2"/>
                  <a:pt x="336" y="2"/>
                </a:cubicBezTo>
                <a:cubicBezTo>
                  <a:pt x="384" y="2"/>
                  <a:pt x="384" y="2"/>
                  <a:pt x="384" y="2"/>
                </a:cubicBezTo>
                <a:lnTo>
                  <a:pt x="163" y="538"/>
                </a:lnTo>
                <a:close/>
                <a:moveTo>
                  <a:pt x="269" y="2"/>
                </a:moveTo>
                <a:cubicBezTo>
                  <a:pt x="221" y="2"/>
                  <a:pt x="221" y="2"/>
                  <a:pt x="221" y="2"/>
                </a:cubicBezTo>
                <a:cubicBezTo>
                  <a:pt x="0" y="538"/>
                  <a:pt x="0" y="538"/>
                  <a:pt x="0" y="538"/>
                </a:cubicBezTo>
                <a:cubicBezTo>
                  <a:pt x="48" y="538"/>
                  <a:pt x="48" y="538"/>
                  <a:pt x="48" y="538"/>
                </a:cubicBezTo>
                <a:lnTo>
                  <a:pt x="269" y="2"/>
                </a:lnTo>
                <a:close/>
                <a:moveTo>
                  <a:pt x="2176" y="2"/>
                </a:moveTo>
                <a:cubicBezTo>
                  <a:pt x="2128" y="2"/>
                  <a:pt x="2128" y="2"/>
                  <a:pt x="2128" y="2"/>
                </a:cubicBezTo>
                <a:cubicBezTo>
                  <a:pt x="1908" y="538"/>
                  <a:pt x="1908" y="538"/>
                  <a:pt x="1908" y="538"/>
                </a:cubicBezTo>
                <a:cubicBezTo>
                  <a:pt x="1955" y="538"/>
                  <a:pt x="1955" y="538"/>
                  <a:pt x="1955" y="538"/>
                </a:cubicBezTo>
                <a:lnTo>
                  <a:pt x="2176" y="2"/>
                </a:lnTo>
                <a:close/>
                <a:moveTo>
                  <a:pt x="1131" y="536"/>
                </a:moveTo>
                <a:cubicBezTo>
                  <a:pt x="1131" y="175"/>
                  <a:pt x="1131" y="175"/>
                  <a:pt x="1131" y="175"/>
                </a:cubicBezTo>
                <a:cubicBezTo>
                  <a:pt x="1049" y="175"/>
                  <a:pt x="1049" y="175"/>
                  <a:pt x="1049" y="175"/>
                </a:cubicBezTo>
                <a:cubicBezTo>
                  <a:pt x="1049" y="384"/>
                  <a:pt x="1049" y="384"/>
                  <a:pt x="1049" y="384"/>
                </a:cubicBezTo>
                <a:cubicBezTo>
                  <a:pt x="1049" y="399"/>
                  <a:pt x="1047" y="412"/>
                  <a:pt x="1042" y="424"/>
                </a:cubicBezTo>
                <a:cubicBezTo>
                  <a:pt x="1038" y="436"/>
                  <a:pt x="1032" y="446"/>
                  <a:pt x="1025" y="454"/>
                </a:cubicBezTo>
                <a:cubicBezTo>
                  <a:pt x="1017" y="462"/>
                  <a:pt x="1009" y="468"/>
                  <a:pt x="999" y="472"/>
                </a:cubicBezTo>
                <a:cubicBezTo>
                  <a:pt x="989" y="476"/>
                  <a:pt x="978" y="478"/>
                  <a:pt x="967" y="478"/>
                </a:cubicBezTo>
                <a:cubicBezTo>
                  <a:pt x="956" y="478"/>
                  <a:pt x="946" y="476"/>
                  <a:pt x="937" y="473"/>
                </a:cubicBezTo>
                <a:cubicBezTo>
                  <a:pt x="927" y="470"/>
                  <a:pt x="920" y="464"/>
                  <a:pt x="913" y="457"/>
                </a:cubicBezTo>
                <a:cubicBezTo>
                  <a:pt x="906" y="449"/>
                  <a:pt x="901" y="440"/>
                  <a:pt x="897" y="428"/>
                </a:cubicBezTo>
                <a:cubicBezTo>
                  <a:pt x="894" y="416"/>
                  <a:pt x="892" y="401"/>
                  <a:pt x="892" y="384"/>
                </a:cubicBezTo>
                <a:cubicBezTo>
                  <a:pt x="892" y="175"/>
                  <a:pt x="892" y="175"/>
                  <a:pt x="892" y="175"/>
                </a:cubicBezTo>
                <a:cubicBezTo>
                  <a:pt x="809" y="175"/>
                  <a:pt x="809" y="175"/>
                  <a:pt x="809" y="175"/>
                </a:cubicBezTo>
                <a:cubicBezTo>
                  <a:pt x="809" y="394"/>
                  <a:pt x="809" y="394"/>
                  <a:pt x="809" y="394"/>
                </a:cubicBezTo>
                <a:cubicBezTo>
                  <a:pt x="809" y="444"/>
                  <a:pt x="821" y="482"/>
                  <a:pt x="843" y="507"/>
                </a:cubicBezTo>
                <a:cubicBezTo>
                  <a:pt x="865" y="532"/>
                  <a:pt x="897" y="545"/>
                  <a:pt x="939" y="545"/>
                </a:cubicBezTo>
                <a:cubicBezTo>
                  <a:pt x="951" y="545"/>
                  <a:pt x="963" y="543"/>
                  <a:pt x="975" y="540"/>
                </a:cubicBezTo>
                <a:cubicBezTo>
                  <a:pt x="986" y="537"/>
                  <a:pt x="996" y="532"/>
                  <a:pt x="1005" y="526"/>
                </a:cubicBezTo>
                <a:cubicBezTo>
                  <a:pt x="1014" y="521"/>
                  <a:pt x="1022" y="514"/>
                  <a:pt x="1029" y="506"/>
                </a:cubicBezTo>
                <a:cubicBezTo>
                  <a:pt x="1037" y="499"/>
                  <a:pt x="1043" y="490"/>
                  <a:pt x="1048" y="482"/>
                </a:cubicBezTo>
                <a:cubicBezTo>
                  <a:pt x="1049" y="482"/>
                  <a:pt x="1049" y="482"/>
                  <a:pt x="1049" y="482"/>
                </a:cubicBezTo>
                <a:cubicBezTo>
                  <a:pt x="1049" y="536"/>
                  <a:pt x="1049" y="536"/>
                  <a:pt x="1049" y="536"/>
                </a:cubicBezTo>
                <a:lnTo>
                  <a:pt x="1131" y="536"/>
                </a:lnTo>
                <a:close/>
                <a:moveTo>
                  <a:pt x="1307" y="48"/>
                </a:moveTo>
                <a:cubicBezTo>
                  <a:pt x="1307" y="41"/>
                  <a:pt x="1306" y="35"/>
                  <a:pt x="1303" y="29"/>
                </a:cubicBezTo>
                <a:cubicBezTo>
                  <a:pt x="1301" y="23"/>
                  <a:pt x="1297" y="18"/>
                  <a:pt x="1293" y="14"/>
                </a:cubicBezTo>
                <a:cubicBezTo>
                  <a:pt x="1288" y="9"/>
                  <a:pt x="1283" y="6"/>
                  <a:pt x="1277" y="3"/>
                </a:cubicBezTo>
                <a:cubicBezTo>
                  <a:pt x="1271" y="1"/>
                  <a:pt x="1264" y="0"/>
                  <a:pt x="1257" y="0"/>
                </a:cubicBezTo>
                <a:cubicBezTo>
                  <a:pt x="1250" y="0"/>
                  <a:pt x="1244" y="1"/>
                  <a:pt x="1238" y="3"/>
                </a:cubicBezTo>
                <a:cubicBezTo>
                  <a:pt x="1232" y="6"/>
                  <a:pt x="1226" y="9"/>
                  <a:pt x="1222" y="13"/>
                </a:cubicBezTo>
                <a:cubicBezTo>
                  <a:pt x="1217" y="18"/>
                  <a:pt x="1214" y="23"/>
                  <a:pt x="1211" y="29"/>
                </a:cubicBezTo>
                <a:cubicBezTo>
                  <a:pt x="1209" y="34"/>
                  <a:pt x="1207" y="41"/>
                  <a:pt x="1207" y="48"/>
                </a:cubicBezTo>
                <a:cubicBezTo>
                  <a:pt x="1207" y="54"/>
                  <a:pt x="1209" y="60"/>
                  <a:pt x="1211" y="66"/>
                </a:cubicBezTo>
                <a:cubicBezTo>
                  <a:pt x="1214" y="72"/>
                  <a:pt x="1217" y="77"/>
                  <a:pt x="1221" y="81"/>
                </a:cubicBezTo>
                <a:cubicBezTo>
                  <a:pt x="1226" y="85"/>
                  <a:pt x="1231" y="88"/>
                  <a:pt x="1237" y="91"/>
                </a:cubicBezTo>
                <a:cubicBezTo>
                  <a:pt x="1243" y="93"/>
                  <a:pt x="1250" y="95"/>
                  <a:pt x="1257" y="95"/>
                </a:cubicBezTo>
                <a:cubicBezTo>
                  <a:pt x="1264" y="95"/>
                  <a:pt x="1271" y="93"/>
                  <a:pt x="1277" y="91"/>
                </a:cubicBezTo>
                <a:cubicBezTo>
                  <a:pt x="1283" y="88"/>
                  <a:pt x="1289" y="85"/>
                  <a:pt x="1293" y="81"/>
                </a:cubicBezTo>
                <a:cubicBezTo>
                  <a:pt x="1297" y="77"/>
                  <a:pt x="1301" y="72"/>
                  <a:pt x="1303" y="66"/>
                </a:cubicBezTo>
                <a:cubicBezTo>
                  <a:pt x="1306" y="60"/>
                  <a:pt x="1307" y="54"/>
                  <a:pt x="1307" y="48"/>
                </a:cubicBezTo>
                <a:moveTo>
                  <a:pt x="1216" y="536"/>
                </a:moveTo>
                <a:cubicBezTo>
                  <a:pt x="1297" y="536"/>
                  <a:pt x="1297" y="536"/>
                  <a:pt x="1297" y="536"/>
                </a:cubicBezTo>
                <a:cubicBezTo>
                  <a:pt x="1297" y="175"/>
                  <a:pt x="1297" y="175"/>
                  <a:pt x="1297" y="175"/>
                </a:cubicBezTo>
                <a:cubicBezTo>
                  <a:pt x="1216" y="175"/>
                  <a:pt x="1216" y="175"/>
                  <a:pt x="1216" y="175"/>
                </a:cubicBezTo>
                <a:lnTo>
                  <a:pt x="1216" y="536"/>
                </a:lnTo>
                <a:close/>
                <a:moveTo>
                  <a:pt x="1376" y="536"/>
                </a:moveTo>
                <a:cubicBezTo>
                  <a:pt x="1457" y="536"/>
                  <a:pt x="1457" y="536"/>
                  <a:pt x="1457" y="536"/>
                </a:cubicBezTo>
                <a:cubicBezTo>
                  <a:pt x="1457" y="2"/>
                  <a:pt x="1457" y="2"/>
                  <a:pt x="1457" y="2"/>
                </a:cubicBezTo>
                <a:cubicBezTo>
                  <a:pt x="1376" y="2"/>
                  <a:pt x="1376" y="2"/>
                  <a:pt x="1376" y="2"/>
                </a:cubicBezTo>
                <a:lnTo>
                  <a:pt x="1376" y="536"/>
                </a:lnTo>
                <a:close/>
                <a:moveTo>
                  <a:pt x="765" y="342"/>
                </a:moveTo>
                <a:cubicBezTo>
                  <a:pt x="765" y="317"/>
                  <a:pt x="762" y="294"/>
                  <a:pt x="756" y="272"/>
                </a:cubicBezTo>
                <a:cubicBezTo>
                  <a:pt x="750" y="249"/>
                  <a:pt x="741" y="230"/>
                  <a:pt x="729" y="213"/>
                </a:cubicBezTo>
                <a:cubicBezTo>
                  <a:pt x="717" y="196"/>
                  <a:pt x="701" y="183"/>
                  <a:pt x="682" y="173"/>
                </a:cubicBezTo>
                <a:cubicBezTo>
                  <a:pt x="663" y="163"/>
                  <a:pt x="640" y="158"/>
                  <a:pt x="613" y="158"/>
                </a:cubicBezTo>
                <a:cubicBezTo>
                  <a:pt x="599" y="158"/>
                  <a:pt x="585" y="160"/>
                  <a:pt x="573" y="163"/>
                </a:cubicBezTo>
                <a:cubicBezTo>
                  <a:pt x="561" y="166"/>
                  <a:pt x="549" y="171"/>
                  <a:pt x="539" y="177"/>
                </a:cubicBezTo>
                <a:cubicBezTo>
                  <a:pt x="529" y="183"/>
                  <a:pt x="520" y="190"/>
                  <a:pt x="512" y="199"/>
                </a:cubicBezTo>
                <a:cubicBezTo>
                  <a:pt x="504" y="207"/>
                  <a:pt x="497" y="216"/>
                  <a:pt x="491" y="226"/>
                </a:cubicBezTo>
                <a:cubicBezTo>
                  <a:pt x="489" y="226"/>
                  <a:pt x="489" y="226"/>
                  <a:pt x="489" y="226"/>
                </a:cubicBezTo>
                <a:cubicBezTo>
                  <a:pt x="489" y="2"/>
                  <a:pt x="489" y="2"/>
                  <a:pt x="489" y="2"/>
                </a:cubicBezTo>
                <a:cubicBezTo>
                  <a:pt x="460" y="2"/>
                  <a:pt x="460" y="2"/>
                  <a:pt x="460" y="2"/>
                </a:cubicBezTo>
                <a:cubicBezTo>
                  <a:pt x="406" y="133"/>
                  <a:pt x="406" y="133"/>
                  <a:pt x="406" y="133"/>
                </a:cubicBezTo>
                <a:cubicBezTo>
                  <a:pt x="406" y="537"/>
                  <a:pt x="406" y="537"/>
                  <a:pt x="406" y="537"/>
                </a:cubicBezTo>
                <a:cubicBezTo>
                  <a:pt x="489" y="537"/>
                  <a:pt x="489" y="537"/>
                  <a:pt x="489" y="537"/>
                </a:cubicBezTo>
                <a:cubicBezTo>
                  <a:pt x="489" y="490"/>
                  <a:pt x="489" y="490"/>
                  <a:pt x="489" y="490"/>
                </a:cubicBezTo>
                <a:cubicBezTo>
                  <a:pt x="491" y="490"/>
                  <a:pt x="491" y="490"/>
                  <a:pt x="491" y="490"/>
                </a:cubicBezTo>
                <a:cubicBezTo>
                  <a:pt x="496" y="498"/>
                  <a:pt x="502" y="505"/>
                  <a:pt x="509" y="512"/>
                </a:cubicBezTo>
                <a:cubicBezTo>
                  <a:pt x="515" y="519"/>
                  <a:pt x="523" y="525"/>
                  <a:pt x="532" y="530"/>
                </a:cubicBezTo>
                <a:cubicBezTo>
                  <a:pt x="540" y="535"/>
                  <a:pt x="550" y="539"/>
                  <a:pt x="561" y="542"/>
                </a:cubicBezTo>
                <a:cubicBezTo>
                  <a:pt x="571" y="544"/>
                  <a:pt x="583" y="546"/>
                  <a:pt x="596" y="546"/>
                </a:cubicBezTo>
                <a:cubicBezTo>
                  <a:pt x="623" y="546"/>
                  <a:pt x="647" y="541"/>
                  <a:pt x="668" y="530"/>
                </a:cubicBezTo>
                <a:cubicBezTo>
                  <a:pt x="689" y="520"/>
                  <a:pt x="707" y="506"/>
                  <a:pt x="721" y="488"/>
                </a:cubicBezTo>
                <a:cubicBezTo>
                  <a:pt x="736" y="470"/>
                  <a:pt x="747" y="448"/>
                  <a:pt x="754" y="423"/>
                </a:cubicBezTo>
                <a:cubicBezTo>
                  <a:pt x="761" y="398"/>
                  <a:pt x="765" y="371"/>
                  <a:pt x="765" y="342"/>
                </a:cubicBezTo>
                <a:moveTo>
                  <a:pt x="678" y="341"/>
                </a:moveTo>
                <a:cubicBezTo>
                  <a:pt x="678" y="363"/>
                  <a:pt x="676" y="383"/>
                  <a:pt x="671" y="400"/>
                </a:cubicBezTo>
                <a:cubicBezTo>
                  <a:pt x="667" y="418"/>
                  <a:pt x="660" y="432"/>
                  <a:pt x="651" y="443"/>
                </a:cubicBezTo>
                <a:cubicBezTo>
                  <a:pt x="643" y="455"/>
                  <a:pt x="632" y="463"/>
                  <a:pt x="620" y="469"/>
                </a:cubicBezTo>
                <a:cubicBezTo>
                  <a:pt x="607" y="475"/>
                  <a:pt x="593" y="478"/>
                  <a:pt x="578" y="478"/>
                </a:cubicBezTo>
                <a:cubicBezTo>
                  <a:pt x="565" y="478"/>
                  <a:pt x="553" y="475"/>
                  <a:pt x="542" y="470"/>
                </a:cubicBezTo>
                <a:cubicBezTo>
                  <a:pt x="531" y="466"/>
                  <a:pt x="522" y="459"/>
                  <a:pt x="514" y="450"/>
                </a:cubicBezTo>
                <a:cubicBezTo>
                  <a:pt x="506" y="442"/>
                  <a:pt x="500" y="432"/>
                  <a:pt x="495" y="421"/>
                </a:cubicBezTo>
                <a:cubicBezTo>
                  <a:pt x="491" y="410"/>
                  <a:pt x="488" y="397"/>
                  <a:pt x="488" y="384"/>
                </a:cubicBezTo>
                <a:cubicBezTo>
                  <a:pt x="488" y="336"/>
                  <a:pt x="488" y="336"/>
                  <a:pt x="488" y="336"/>
                </a:cubicBezTo>
                <a:cubicBezTo>
                  <a:pt x="488" y="319"/>
                  <a:pt x="491" y="304"/>
                  <a:pt x="496" y="291"/>
                </a:cubicBezTo>
                <a:cubicBezTo>
                  <a:pt x="500" y="278"/>
                  <a:pt x="507" y="266"/>
                  <a:pt x="516" y="257"/>
                </a:cubicBezTo>
                <a:cubicBezTo>
                  <a:pt x="524" y="247"/>
                  <a:pt x="534" y="240"/>
                  <a:pt x="546" y="234"/>
                </a:cubicBezTo>
                <a:cubicBezTo>
                  <a:pt x="558" y="229"/>
                  <a:pt x="571" y="226"/>
                  <a:pt x="586" y="226"/>
                </a:cubicBezTo>
                <a:cubicBezTo>
                  <a:pt x="601" y="226"/>
                  <a:pt x="614" y="229"/>
                  <a:pt x="625" y="234"/>
                </a:cubicBezTo>
                <a:cubicBezTo>
                  <a:pt x="636" y="240"/>
                  <a:pt x="646" y="247"/>
                  <a:pt x="654" y="257"/>
                </a:cubicBezTo>
                <a:cubicBezTo>
                  <a:pt x="662" y="267"/>
                  <a:pt x="668" y="279"/>
                  <a:pt x="672" y="293"/>
                </a:cubicBezTo>
                <a:cubicBezTo>
                  <a:pt x="676" y="307"/>
                  <a:pt x="678" y="323"/>
                  <a:pt x="678" y="341"/>
                </a:cubicBezTo>
                <a:moveTo>
                  <a:pt x="1866" y="537"/>
                </a:moveTo>
                <a:cubicBezTo>
                  <a:pt x="1866" y="2"/>
                  <a:pt x="1866" y="2"/>
                  <a:pt x="1866" y="2"/>
                </a:cubicBezTo>
                <a:cubicBezTo>
                  <a:pt x="1785" y="2"/>
                  <a:pt x="1785" y="2"/>
                  <a:pt x="1785" y="2"/>
                </a:cubicBezTo>
                <a:cubicBezTo>
                  <a:pt x="1785" y="220"/>
                  <a:pt x="1785" y="220"/>
                  <a:pt x="1785" y="220"/>
                </a:cubicBezTo>
                <a:cubicBezTo>
                  <a:pt x="1783" y="220"/>
                  <a:pt x="1783" y="220"/>
                  <a:pt x="1783" y="220"/>
                </a:cubicBezTo>
                <a:cubicBezTo>
                  <a:pt x="1779" y="213"/>
                  <a:pt x="1773" y="206"/>
                  <a:pt x="1767" y="199"/>
                </a:cubicBezTo>
                <a:cubicBezTo>
                  <a:pt x="1760" y="192"/>
                  <a:pt x="1753" y="187"/>
                  <a:pt x="1744" y="182"/>
                </a:cubicBezTo>
                <a:cubicBezTo>
                  <a:pt x="1736" y="177"/>
                  <a:pt x="1726" y="173"/>
                  <a:pt x="1716" y="171"/>
                </a:cubicBezTo>
                <a:cubicBezTo>
                  <a:pt x="1705" y="168"/>
                  <a:pt x="1693" y="167"/>
                  <a:pt x="1681" y="167"/>
                </a:cubicBezTo>
                <a:cubicBezTo>
                  <a:pt x="1656" y="167"/>
                  <a:pt x="1633" y="171"/>
                  <a:pt x="1613" y="181"/>
                </a:cubicBezTo>
                <a:cubicBezTo>
                  <a:pt x="1592" y="190"/>
                  <a:pt x="1575" y="203"/>
                  <a:pt x="1561" y="220"/>
                </a:cubicBezTo>
                <a:cubicBezTo>
                  <a:pt x="1546" y="238"/>
                  <a:pt x="1535" y="259"/>
                  <a:pt x="1527" y="283"/>
                </a:cubicBezTo>
                <a:cubicBezTo>
                  <a:pt x="1519" y="308"/>
                  <a:pt x="1515" y="335"/>
                  <a:pt x="1515" y="365"/>
                </a:cubicBezTo>
                <a:cubicBezTo>
                  <a:pt x="1515" y="394"/>
                  <a:pt x="1519" y="420"/>
                  <a:pt x="1526" y="443"/>
                </a:cubicBezTo>
                <a:cubicBezTo>
                  <a:pt x="1534" y="465"/>
                  <a:pt x="1544" y="484"/>
                  <a:pt x="1558" y="500"/>
                </a:cubicBezTo>
                <a:cubicBezTo>
                  <a:pt x="1571" y="515"/>
                  <a:pt x="1587" y="526"/>
                  <a:pt x="1605" y="534"/>
                </a:cubicBezTo>
                <a:cubicBezTo>
                  <a:pt x="1624" y="542"/>
                  <a:pt x="1643" y="546"/>
                  <a:pt x="1665" y="546"/>
                </a:cubicBezTo>
                <a:cubicBezTo>
                  <a:pt x="1679" y="546"/>
                  <a:pt x="1693" y="544"/>
                  <a:pt x="1705" y="541"/>
                </a:cubicBezTo>
                <a:cubicBezTo>
                  <a:pt x="1717" y="538"/>
                  <a:pt x="1728" y="533"/>
                  <a:pt x="1737" y="528"/>
                </a:cubicBezTo>
                <a:cubicBezTo>
                  <a:pt x="1747" y="522"/>
                  <a:pt x="1756" y="515"/>
                  <a:pt x="1763" y="507"/>
                </a:cubicBezTo>
                <a:cubicBezTo>
                  <a:pt x="1771" y="499"/>
                  <a:pt x="1778" y="490"/>
                  <a:pt x="1783" y="480"/>
                </a:cubicBezTo>
                <a:cubicBezTo>
                  <a:pt x="1785" y="480"/>
                  <a:pt x="1785" y="480"/>
                  <a:pt x="1785" y="480"/>
                </a:cubicBezTo>
                <a:cubicBezTo>
                  <a:pt x="1785" y="537"/>
                  <a:pt x="1785" y="537"/>
                  <a:pt x="1785" y="537"/>
                </a:cubicBezTo>
                <a:lnTo>
                  <a:pt x="1866" y="537"/>
                </a:lnTo>
                <a:close/>
                <a:moveTo>
                  <a:pt x="1786" y="366"/>
                </a:moveTo>
                <a:cubicBezTo>
                  <a:pt x="1786" y="384"/>
                  <a:pt x="1783" y="399"/>
                  <a:pt x="1778" y="413"/>
                </a:cubicBezTo>
                <a:cubicBezTo>
                  <a:pt x="1773" y="427"/>
                  <a:pt x="1767" y="439"/>
                  <a:pt x="1758" y="449"/>
                </a:cubicBezTo>
                <a:cubicBezTo>
                  <a:pt x="1750" y="458"/>
                  <a:pt x="1740" y="466"/>
                  <a:pt x="1728" y="471"/>
                </a:cubicBezTo>
                <a:cubicBezTo>
                  <a:pt x="1717" y="476"/>
                  <a:pt x="1705" y="479"/>
                  <a:pt x="1692" y="479"/>
                </a:cubicBezTo>
                <a:cubicBezTo>
                  <a:pt x="1679" y="479"/>
                  <a:pt x="1667" y="477"/>
                  <a:pt x="1656" y="472"/>
                </a:cubicBezTo>
                <a:cubicBezTo>
                  <a:pt x="1644" y="467"/>
                  <a:pt x="1635" y="460"/>
                  <a:pt x="1626" y="450"/>
                </a:cubicBezTo>
                <a:cubicBezTo>
                  <a:pt x="1618" y="440"/>
                  <a:pt x="1612" y="428"/>
                  <a:pt x="1607" y="414"/>
                </a:cubicBezTo>
                <a:cubicBezTo>
                  <a:pt x="1602" y="399"/>
                  <a:pt x="1600" y="382"/>
                  <a:pt x="1600" y="363"/>
                </a:cubicBezTo>
                <a:cubicBezTo>
                  <a:pt x="1600" y="343"/>
                  <a:pt x="1602" y="325"/>
                  <a:pt x="1606" y="309"/>
                </a:cubicBezTo>
                <a:cubicBezTo>
                  <a:pt x="1610" y="294"/>
                  <a:pt x="1616" y="280"/>
                  <a:pt x="1624" y="269"/>
                </a:cubicBezTo>
                <a:cubicBezTo>
                  <a:pt x="1632" y="257"/>
                  <a:pt x="1642" y="249"/>
                  <a:pt x="1654" y="242"/>
                </a:cubicBezTo>
                <a:cubicBezTo>
                  <a:pt x="1667" y="236"/>
                  <a:pt x="1681" y="233"/>
                  <a:pt x="1697" y="233"/>
                </a:cubicBezTo>
                <a:cubicBezTo>
                  <a:pt x="1709" y="233"/>
                  <a:pt x="1721" y="236"/>
                  <a:pt x="1732" y="241"/>
                </a:cubicBezTo>
                <a:cubicBezTo>
                  <a:pt x="1743" y="245"/>
                  <a:pt x="1752" y="252"/>
                  <a:pt x="1760" y="260"/>
                </a:cubicBezTo>
                <a:cubicBezTo>
                  <a:pt x="1768" y="269"/>
                  <a:pt x="1774" y="279"/>
                  <a:pt x="1779" y="290"/>
                </a:cubicBezTo>
                <a:cubicBezTo>
                  <a:pt x="1783" y="301"/>
                  <a:pt x="1786" y="313"/>
                  <a:pt x="1786" y="326"/>
                </a:cubicBezTo>
                <a:lnTo>
                  <a:pt x="1786" y="366"/>
                </a:lnTo>
                <a:close/>
              </a:path>
            </a:pathLst>
          </a:custGeom>
          <a:solidFill>
            <a:srgbClr val="404040"/>
          </a:solidFill>
          <a:ln>
            <a:noFill/>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6" name="Text Placeholder 2"/>
          <p:cNvSpPr>
            <a:spLocks noGrp="1"/>
          </p:cNvSpPr>
          <p:nvPr>
            <p:ph type="body" sz="quarter" idx="13" hasCustomPrompt="1"/>
          </p:nvPr>
        </p:nvSpPr>
        <p:spPr>
          <a:xfrm>
            <a:off x="274702" y="307621"/>
            <a:ext cx="3656013" cy="572464"/>
          </a:xfrm>
        </p:spPr>
        <p:txBody>
          <a:bodyPr lIns="182880" tIns="146304" rIns="182880" bIns="146304"/>
          <a:lstStyle>
            <a:lvl1pPr marL="0" indent="0">
              <a:buNone/>
              <a:defRPr sz="2000"/>
            </a:lvl1pPr>
            <a:lvl2pPr marL="342900" indent="0">
              <a:buNone/>
              <a:defRPr sz="2000"/>
            </a:lvl2pPr>
            <a:lvl3pPr marL="571500" indent="0">
              <a:buNone/>
              <a:defRPr sz="2000"/>
            </a:lvl3pPr>
            <a:lvl4pPr marL="800100" indent="0">
              <a:buNone/>
              <a:defRPr sz="2000"/>
            </a:lvl4pPr>
            <a:lvl5pPr marL="1028700" indent="0">
              <a:buNone/>
              <a:defRPr sz="2000"/>
            </a:lvl5pPr>
          </a:lstStyle>
          <a:p>
            <a:pPr lvl="0"/>
            <a:r>
              <a:rPr lang="en-US" dirty="0" smtClean="0"/>
              <a:t>Session Code Here</a:t>
            </a:r>
            <a:endParaRPr lang="en-US" dirty="0"/>
          </a:p>
        </p:txBody>
      </p:sp>
    </p:spTree>
    <p:extLst>
      <p:ext uri="{BB962C8B-B14F-4D97-AF65-F5344CB8AC3E}">
        <p14:creationId xmlns:p14="http://schemas.microsoft.com/office/powerpoint/2010/main" val="362156117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4406">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228302"/>
          </a:xfrm>
        </p:spPr>
        <p:txBody>
          <a:bodyPr>
            <a:spAutoFit/>
          </a:bodyPr>
          <a:lstStyle>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55319683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2">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383628" y="1668463"/>
            <a:ext cx="8778210" cy="5029200"/>
          </a:xfrm>
        </p:spPr>
        <p:txBody>
          <a:bodyPr wrap="square">
            <a:noAutofit/>
          </a:bodyPr>
          <a:lstStyle>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sz="quarter" idx="11"/>
          </p:nvPr>
        </p:nvSpPr>
        <p:spPr>
          <a:xfrm>
            <a:off x="283148" y="1668463"/>
            <a:ext cx="2743200" cy="5029200"/>
          </a:xfrm>
        </p:spPr>
        <p:txBody>
          <a:bodyPr>
            <a:noAutofit/>
          </a:bodyPr>
          <a:lstStyle>
            <a:lvl1pPr marL="0" indent="0">
              <a:buNone/>
              <a:defRPr kumimoji="0" lang="en-US" sz="2400" b="0" i="0" u="none" strike="noStrike" kern="1200" cap="none" spc="0" normalizeH="0" baseline="0" dirty="0" smtClean="0">
                <a:ln>
                  <a:noFill/>
                </a:ln>
                <a:gradFill>
                  <a:gsLst>
                    <a:gs pos="100000">
                      <a:srgbClr val="000000">
                        <a:lumMod val="75000"/>
                        <a:lumOff val="25000"/>
                      </a:srgbClr>
                    </a:gs>
                    <a:gs pos="0">
                      <a:srgbClr val="000000">
                        <a:lumMod val="75000"/>
                        <a:lumOff val="25000"/>
                      </a:srgbClr>
                    </a:gs>
                  </a:gsLst>
                  <a:lin ang="5400000" scaled="0"/>
                </a:gradFill>
                <a:effectLst/>
                <a:uLnTx/>
                <a:uFillTx/>
                <a:latin typeface="+mn-lt"/>
                <a:ea typeface="+mj-ea"/>
                <a:cs typeface="+mj-cs"/>
              </a:defRPr>
            </a:lvl1pPr>
          </a:lstStyle>
          <a:p>
            <a:pPr marL="0" marR="0" lvl="0" indent="0" algn="l" defTabSz="914166" rtl="0" eaLnBrk="1" fontAlgn="auto" latinLnBrk="0" hangingPunct="1">
              <a:lnSpc>
                <a:spcPct val="100000"/>
              </a:lnSpc>
              <a:spcBef>
                <a:spcPct val="0"/>
              </a:spcBef>
              <a:spcAft>
                <a:spcPts val="0"/>
              </a:spcAft>
              <a:buClrTx/>
              <a:buSzTx/>
              <a:tabLst/>
              <a:defRPr/>
            </a:pPr>
            <a:r>
              <a:rPr lang="en-US" smtClean="0"/>
              <a:t>Click to edit Master text styles</a:t>
            </a:r>
          </a:p>
        </p:txBody>
      </p:sp>
    </p:spTree>
    <p:extLst>
      <p:ext uri="{BB962C8B-B14F-4D97-AF65-F5344CB8AC3E}">
        <p14:creationId xmlns:p14="http://schemas.microsoft.com/office/powerpoint/2010/main" val="2428715814"/>
      </p:ext>
    </p:extLst>
  </p:cSld>
  <p:clrMapOvr>
    <a:masterClrMapping/>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Only Large">
    <p:spTree>
      <p:nvGrpSpPr>
        <p:cNvPr id="1" name=""/>
        <p:cNvGrpSpPr/>
        <p:nvPr/>
      </p:nvGrpSpPr>
      <p:grpSpPr>
        <a:xfrm>
          <a:off x="0" y="0"/>
          <a:ext cx="0" cy="0"/>
          <a:chOff x="0" y="0"/>
          <a:chExt cx="0" cy="0"/>
        </a:xfrm>
      </p:grpSpPr>
      <p:sp>
        <p:nvSpPr>
          <p:cNvPr id="2" name="Title 1"/>
          <p:cNvSpPr>
            <a:spLocks noGrp="1"/>
          </p:cNvSpPr>
          <p:nvPr>
            <p:ph type="title"/>
          </p:nvPr>
        </p:nvSpPr>
        <p:spPr>
          <a:xfrm>
            <a:off x="1189038" y="2125663"/>
            <a:ext cx="10058399" cy="1828800"/>
          </a:xfrm>
        </p:spPr>
        <p:txBody>
          <a:bodyPr/>
          <a:lstStyle>
            <a:lvl1pPr>
              <a:defRPr sz="4800" baseline="0"/>
            </a:lvl1pPr>
          </a:lstStyle>
          <a:p>
            <a:r>
              <a:rPr lang="en-US" smtClean="0"/>
              <a:t>Click to edit Master title style</a:t>
            </a:r>
            <a:endParaRPr lang="en-US" dirty="0"/>
          </a:p>
        </p:txBody>
      </p:sp>
    </p:spTree>
    <p:extLst>
      <p:ext uri="{BB962C8B-B14F-4D97-AF65-F5344CB8AC3E}">
        <p14:creationId xmlns:p14="http://schemas.microsoft.com/office/powerpoint/2010/main" val="2390161380"/>
      </p:ext>
    </p:extLst>
  </p:cSld>
  <p:clrMapOvr>
    <a:masterClrMapping/>
  </p:clrMapOvr>
  <p:transition>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sz="quarter" idx="11" hasCustomPrompt="1"/>
          </p:nvPr>
        </p:nvSpPr>
        <p:spPr>
          <a:xfrm>
            <a:off x="283148" y="1668463"/>
            <a:ext cx="2743200" cy="5029200"/>
          </a:xfrm>
        </p:spPr>
        <p:txBody>
          <a:bodyPr>
            <a:noAutofit/>
          </a:bodyPr>
          <a:lstStyle>
            <a:lvl1pPr marL="342900" indent="-342900">
              <a:buNone/>
              <a:defRPr kumimoji="0" lang="en-US" sz="2400" b="0" i="0" u="none" strike="noStrike" kern="1200" cap="none" spc="0" normalizeH="0" baseline="0" dirty="0" smtClean="0">
                <a:ln>
                  <a:noFill/>
                </a:ln>
                <a:gradFill>
                  <a:gsLst>
                    <a:gs pos="100000">
                      <a:srgbClr val="000000">
                        <a:lumMod val="75000"/>
                        <a:lumOff val="25000"/>
                      </a:srgbClr>
                    </a:gs>
                    <a:gs pos="0">
                      <a:srgbClr val="000000">
                        <a:lumMod val="75000"/>
                        <a:lumOff val="25000"/>
                      </a:srgbClr>
                    </a:gs>
                  </a:gsLst>
                  <a:lin ang="5400000" scaled="0"/>
                </a:gradFill>
                <a:effectLst/>
                <a:uLnTx/>
                <a:uFillTx/>
                <a:latin typeface="+mn-lt"/>
                <a:ea typeface="+mj-ea"/>
                <a:cs typeface="+mj-cs"/>
              </a:defRPr>
            </a:lvl1pPr>
          </a:lstStyle>
          <a:p>
            <a:pPr marL="0" marR="0" lvl="0" indent="0" algn="l" defTabSz="914166" rtl="0" eaLnBrk="1" fontAlgn="auto" latinLnBrk="0" hangingPunct="1">
              <a:lnSpc>
                <a:spcPct val="100000"/>
              </a:lnSpc>
              <a:spcBef>
                <a:spcPct val="0"/>
              </a:spcBef>
              <a:spcAft>
                <a:spcPts val="0"/>
              </a:spcAft>
              <a:buClrTx/>
              <a:buSzTx/>
              <a:tabLst/>
              <a:defRPr/>
            </a:pPr>
            <a:r>
              <a:rPr lang="en-US" dirty="0" smtClean="0"/>
              <a:t>Click to edit</a:t>
            </a:r>
            <a:br>
              <a:rPr lang="en-US" dirty="0" smtClean="0"/>
            </a:br>
            <a:r>
              <a:rPr lang="en-US" dirty="0" smtClean="0"/>
              <a:t>Master text styles</a:t>
            </a:r>
          </a:p>
        </p:txBody>
      </p:sp>
    </p:spTree>
    <p:extLst>
      <p:ext uri="{BB962C8B-B14F-4D97-AF65-F5344CB8AC3E}">
        <p14:creationId xmlns:p14="http://schemas.microsoft.com/office/powerpoint/2010/main" val="367358941"/>
      </p:ext>
    </p:extLst>
  </p:cSld>
  <p:clrMapOvr>
    <a:masterClrMapping/>
  </p:clrMapOvr>
  <p:transition>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lor Shape &amp; Color Background">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wrap="square" lIns="182880" tIns="146304" rIns="182880" bIns="146304" anchor="ctr">
            <a:noAutofit/>
          </a:bodyPr>
          <a:lstStyle>
            <a:lvl1pPr marL="0" indent="0">
              <a:lnSpc>
                <a:spcPct val="95000"/>
              </a:lnSpc>
              <a:spcBef>
                <a:spcPts val="0"/>
              </a:spcBef>
              <a:spcAft>
                <a:spcPts val="1632"/>
              </a:spcAft>
              <a:buNone/>
              <a:defRPr lang="en-US" sz="3600" kern="1200" dirty="0" smtClean="0">
                <a:gradFill>
                  <a:gsLst>
                    <a:gs pos="28302">
                      <a:schemeClr val="tx1">
                        <a:lumMod val="75000"/>
                        <a:lumOff val="25000"/>
                      </a:schemeClr>
                    </a:gs>
                    <a:gs pos="67000">
                      <a:schemeClr val="tx1">
                        <a:lumMod val="75000"/>
                        <a:lumOff val="25000"/>
                      </a:schemeClr>
                    </a:gs>
                  </a:gsLst>
                  <a:lin ang="5400000" scaled="0"/>
                </a:gradFill>
                <a:latin typeface="+mj-lt"/>
                <a:ea typeface="+mn-ea"/>
                <a:cs typeface="+mn-cs"/>
              </a:defRPr>
            </a:lvl1pPr>
            <a:lvl2pPr>
              <a:lnSpc>
                <a:spcPct val="100000"/>
              </a:lnSpc>
              <a:spcBef>
                <a:spcPts val="816"/>
              </a:spcBef>
              <a:defRPr sz="1900">
                <a:solidFill>
                  <a:srgbClr val="FFFFFF"/>
                </a:solidFill>
              </a:defRPr>
            </a:lvl2pPr>
            <a:lvl3pPr>
              <a:lnSpc>
                <a:spcPct val="100000"/>
              </a:lnSpc>
              <a:spcBef>
                <a:spcPts val="816"/>
              </a:spcBef>
              <a:defRPr sz="1900">
                <a:solidFill>
                  <a:srgbClr val="FFFFFF"/>
                </a:solidFill>
              </a:defRPr>
            </a:lvl3pPr>
            <a:lvl4pPr>
              <a:lnSpc>
                <a:spcPct val="100000"/>
              </a:lnSpc>
              <a:spcBef>
                <a:spcPts val="816"/>
              </a:spcBef>
              <a:defRPr sz="1900">
                <a:solidFill>
                  <a:srgbClr val="FFFFFF"/>
                </a:solidFill>
              </a:defRPr>
            </a:lvl4pPr>
            <a:lvl5pPr>
              <a:lnSpc>
                <a:spcPct val="100000"/>
              </a:lnSpc>
              <a:spcBef>
                <a:spcPts val="816"/>
              </a:spcBef>
              <a:defRPr sz="1900">
                <a:solidFill>
                  <a:srgbClr val="FFFFFF"/>
                </a:solidFill>
              </a:defRPr>
            </a:lvl5pPr>
          </a:lstStyle>
          <a:p>
            <a:pPr marL="0" lvl="0" indent="0" algn="l" defTabSz="914166" rtl="0" eaLnBrk="1" latinLnBrk="0" hangingPunct="1">
              <a:spcBef>
                <a:spcPct val="20000"/>
              </a:spcBef>
            </a:pPr>
            <a:r>
              <a:rPr lang="en-US" smtClean="0"/>
              <a:t>Click to edit Master text styles</a:t>
            </a:r>
          </a:p>
        </p:txBody>
      </p:sp>
      <p:sp>
        <p:nvSpPr>
          <p:cNvPr id="15" name="Title 1"/>
          <p:cNvSpPr>
            <a:spLocks noGrp="1"/>
          </p:cNvSpPr>
          <p:nvPr>
            <p:ph type="ctrTitle" hasCustomPrompt="1"/>
          </p:nvPr>
        </p:nvSpPr>
        <p:spPr>
          <a:xfrm>
            <a:off x="274638" y="1537563"/>
            <a:ext cx="3931941" cy="3919398"/>
          </a:xfrm>
          <a:custGeom>
            <a:avLst/>
            <a:gdLst>
              <a:gd name="connsiteX0" fmla="*/ 0 w 2431552"/>
              <a:gd name="connsiteY0" fmla="*/ 0 h 576072"/>
              <a:gd name="connsiteX1" fmla="*/ 2431552 w 2431552"/>
              <a:gd name="connsiteY1" fmla="*/ 0 h 576072"/>
              <a:gd name="connsiteX2" fmla="*/ 2431552 w 2431552"/>
              <a:gd name="connsiteY2" fmla="*/ 576072 h 576072"/>
              <a:gd name="connsiteX3" fmla="*/ 0 w 2431552"/>
              <a:gd name="connsiteY3" fmla="*/ 576072 h 576072"/>
              <a:gd name="connsiteX4" fmla="*/ 0 w 2431552"/>
              <a:gd name="connsiteY4" fmla="*/ 0 h 576072"/>
              <a:gd name="connsiteX0" fmla="*/ 0 w 2610228"/>
              <a:gd name="connsiteY0" fmla="*/ 704193 h 1280265"/>
              <a:gd name="connsiteX1" fmla="*/ 2610228 w 2610228"/>
              <a:gd name="connsiteY1" fmla="*/ 0 h 1280265"/>
              <a:gd name="connsiteX2" fmla="*/ 2431552 w 2610228"/>
              <a:gd name="connsiteY2" fmla="*/ 1280265 h 1280265"/>
              <a:gd name="connsiteX3" fmla="*/ 0 w 2610228"/>
              <a:gd name="connsiteY3" fmla="*/ 1280265 h 1280265"/>
              <a:gd name="connsiteX4" fmla="*/ 0 w 2610228"/>
              <a:gd name="connsiteY4" fmla="*/ 704193 h 1280265"/>
              <a:gd name="connsiteX0" fmla="*/ 0 w 2620739"/>
              <a:gd name="connsiteY0" fmla="*/ 704193 h 2037009"/>
              <a:gd name="connsiteX1" fmla="*/ 2610228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620739"/>
              <a:gd name="connsiteY0" fmla="*/ 483476 h 1816292"/>
              <a:gd name="connsiteX1" fmla="*/ 2389511 w 2620739"/>
              <a:gd name="connsiteY1" fmla="*/ 0 h 1816292"/>
              <a:gd name="connsiteX2" fmla="*/ 2620739 w 2620739"/>
              <a:gd name="connsiteY2" fmla="*/ 1816292 h 1816292"/>
              <a:gd name="connsiteX3" fmla="*/ 0 w 2620739"/>
              <a:gd name="connsiteY3" fmla="*/ 1059548 h 1816292"/>
              <a:gd name="connsiteX4" fmla="*/ 0 w 2620739"/>
              <a:gd name="connsiteY4" fmla="*/ 483476 h 1816292"/>
              <a:gd name="connsiteX0" fmla="*/ 0 w 2620739"/>
              <a:gd name="connsiteY0" fmla="*/ 704193 h 2037009"/>
              <a:gd name="connsiteX1" fmla="*/ 2589207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862477"/>
              <a:gd name="connsiteY0" fmla="*/ 0 h 2425892"/>
              <a:gd name="connsiteX1" fmla="*/ 2830945 w 2862477"/>
              <a:gd name="connsiteY1" fmla="*/ 388883 h 2425892"/>
              <a:gd name="connsiteX2" fmla="*/ 2862477 w 2862477"/>
              <a:gd name="connsiteY2" fmla="*/ 2425892 h 2425892"/>
              <a:gd name="connsiteX3" fmla="*/ 241738 w 2862477"/>
              <a:gd name="connsiteY3" fmla="*/ 1669148 h 2425892"/>
              <a:gd name="connsiteX4" fmla="*/ 0 w 2862477"/>
              <a:gd name="connsiteY4" fmla="*/ 0 h 2425892"/>
              <a:gd name="connsiteX0" fmla="*/ 0 w 2862477"/>
              <a:gd name="connsiteY0" fmla="*/ 0 h 2804265"/>
              <a:gd name="connsiteX1" fmla="*/ 2830945 w 2862477"/>
              <a:gd name="connsiteY1" fmla="*/ 388883 h 2804265"/>
              <a:gd name="connsiteX2" fmla="*/ 2862477 w 2862477"/>
              <a:gd name="connsiteY2" fmla="*/ 2425892 h 2804265"/>
              <a:gd name="connsiteX3" fmla="*/ 21021 w 2862477"/>
              <a:gd name="connsiteY3" fmla="*/ 2804265 h 2804265"/>
              <a:gd name="connsiteX4" fmla="*/ 0 w 2862477"/>
              <a:gd name="connsiteY4" fmla="*/ 0 h 2804265"/>
              <a:gd name="connsiteX0" fmla="*/ 0 w 2967580"/>
              <a:gd name="connsiteY0" fmla="*/ 0 h 2961920"/>
              <a:gd name="connsiteX1" fmla="*/ 2936048 w 2967580"/>
              <a:gd name="connsiteY1" fmla="*/ 546538 h 2961920"/>
              <a:gd name="connsiteX2" fmla="*/ 2967580 w 2967580"/>
              <a:gd name="connsiteY2" fmla="*/ 2583547 h 2961920"/>
              <a:gd name="connsiteX3" fmla="*/ 126124 w 2967580"/>
              <a:gd name="connsiteY3" fmla="*/ 2961920 h 2961920"/>
              <a:gd name="connsiteX4" fmla="*/ 0 w 2967580"/>
              <a:gd name="connsiteY4" fmla="*/ 0 h 2961920"/>
              <a:gd name="connsiteX0" fmla="*/ 10511 w 2841456"/>
              <a:gd name="connsiteY0" fmla="*/ 0 h 2814775"/>
              <a:gd name="connsiteX1" fmla="*/ 2809924 w 2841456"/>
              <a:gd name="connsiteY1" fmla="*/ 399393 h 2814775"/>
              <a:gd name="connsiteX2" fmla="*/ 2841456 w 2841456"/>
              <a:gd name="connsiteY2" fmla="*/ 2436402 h 2814775"/>
              <a:gd name="connsiteX3" fmla="*/ 0 w 2841456"/>
              <a:gd name="connsiteY3" fmla="*/ 2814775 h 2814775"/>
              <a:gd name="connsiteX4" fmla="*/ 10511 w 2841456"/>
              <a:gd name="connsiteY4" fmla="*/ 0 h 2814775"/>
              <a:gd name="connsiteX0" fmla="*/ 10511 w 2845941"/>
              <a:gd name="connsiteY0" fmla="*/ 0 h 2814775"/>
              <a:gd name="connsiteX1" fmla="*/ 2842437 w 2845941"/>
              <a:gd name="connsiteY1" fmla="*/ 415742 h 2814775"/>
              <a:gd name="connsiteX2" fmla="*/ 2841456 w 2845941"/>
              <a:gd name="connsiteY2" fmla="*/ 2436402 h 2814775"/>
              <a:gd name="connsiteX3" fmla="*/ 0 w 2845941"/>
              <a:gd name="connsiteY3" fmla="*/ 2814775 h 2814775"/>
              <a:gd name="connsiteX4" fmla="*/ 10511 w 2845941"/>
              <a:gd name="connsiteY4" fmla="*/ 0 h 2814775"/>
              <a:gd name="connsiteX0" fmla="*/ 10511 w 2841456"/>
              <a:gd name="connsiteY0" fmla="*/ 0 h 2814775"/>
              <a:gd name="connsiteX1" fmla="*/ 2834309 w 2841456"/>
              <a:gd name="connsiteY1" fmla="*/ 391219 h 2814775"/>
              <a:gd name="connsiteX2" fmla="*/ 2841456 w 2841456"/>
              <a:gd name="connsiteY2" fmla="*/ 2436402 h 2814775"/>
              <a:gd name="connsiteX3" fmla="*/ 0 w 2841456"/>
              <a:gd name="connsiteY3" fmla="*/ 2814775 h 2814775"/>
              <a:gd name="connsiteX4" fmla="*/ 10511 w 2841456"/>
              <a:gd name="connsiteY4" fmla="*/ 0 h 2814775"/>
              <a:gd name="connsiteX0" fmla="*/ 3504 w 2834449"/>
              <a:gd name="connsiteY0" fmla="*/ 0 h 2847473"/>
              <a:gd name="connsiteX1" fmla="*/ 2827302 w 2834449"/>
              <a:gd name="connsiteY1" fmla="*/ 391219 h 2847473"/>
              <a:gd name="connsiteX2" fmla="*/ 2834449 w 2834449"/>
              <a:gd name="connsiteY2" fmla="*/ 2436402 h 2847473"/>
              <a:gd name="connsiteX3" fmla="*/ 1122 w 2834449"/>
              <a:gd name="connsiteY3" fmla="*/ 2847473 h 2847473"/>
              <a:gd name="connsiteX4" fmla="*/ 3504 w 2834449"/>
              <a:gd name="connsiteY4" fmla="*/ 0 h 284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4449" h="2847473">
                <a:moveTo>
                  <a:pt x="3504" y="0"/>
                </a:moveTo>
                <a:lnTo>
                  <a:pt x="2827302" y="391219"/>
                </a:lnTo>
                <a:cubicBezTo>
                  <a:pt x="2830806" y="1070222"/>
                  <a:pt x="2830945" y="1757399"/>
                  <a:pt x="2834449" y="2436402"/>
                </a:cubicBezTo>
                <a:lnTo>
                  <a:pt x="1122" y="2847473"/>
                </a:lnTo>
                <a:cubicBezTo>
                  <a:pt x="4626" y="1909215"/>
                  <a:pt x="0" y="938258"/>
                  <a:pt x="3504" y="0"/>
                </a:cubicBezTo>
                <a:close/>
              </a:path>
            </a:pathLst>
          </a:custGeom>
          <a:solidFill>
            <a:schemeClr val="tx2"/>
          </a:solidFill>
          <a:ln>
            <a:noFill/>
          </a:ln>
          <a:extLst/>
        </p:spPr>
        <p:txBody>
          <a:bodyPr vert="horz" wrap="square" lIns="182880" tIns="146304" rIns="182880" bIns="146304" numCol="1" anchor="ctr" anchorCtr="0" compatLnSpc="1">
            <a:prstTxWarp prst="textNoShape">
              <a:avLst/>
            </a:prstTxWarp>
            <a:noAutofit/>
          </a:bodyPr>
          <a:lstStyle>
            <a:lvl1pPr>
              <a:lnSpc>
                <a:spcPct val="95000"/>
              </a:lnSpc>
              <a:defRPr lang="en-US" sz="4000" kern="1200" dirty="0" smtClean="0">
                <a:gradFill>
                  <a:gsLst>
                    <a:gs pos="0">
                      <a:srgbClr val="FFFFFF"/>
                    </a:gs>
                    <a:gs pos="100000">
                      <a:srgbClr val="FFFFFF"/>
                    </a:gs>
                  </a:gsLst>
                  <a:lin ang="5400000" scaled="0"/>
                </a:gradFill>
                <a:latin typeface="Segoe UI Light"/>
                <a:ea typeface="ＭＳ Ｐゴシック" charset="0"/>
                <a:cs typeface="Segoe UI Light"/>
              </a:defRPr>
            </a:lvl1pPr>
          </a:lstStyle>
          <a:p>
            <a:pPr marL="0" lvl="0" indent="0" algn="l" defTabSz="1243266" rtl="0" eaLnBrk="1" fontAlgn="base" latinLnBrk="0" hangingPunct="1">
              <a:lnSpc>
                <a:spcPct val="100000"/>
              </a:lnSpc>
              <a:spcBef>
                <a:spcPct val="0"/>
              </a:spcBef>
              <a:spcAft>
                <a:spcPct val="0"/>
              </a:spcAft>
              <a:buFontTx/>
              <a:buNone/>
            </a:pPr>
            <a:r>
              <a:rPr lang="en-US" dirty="0" smtClean="0"/>
              <a:t>Click to edit master title style</a:t>
            </a:r>
            <a:endParaRPr lang="en-US" dirty="0"/>
          </a:p>
        </p:txBody>
      </p:sp>
    </p:spTree>
    <p:extLst>
      <p:ext uri="{BB962C8B-B14F-4D97-AF65-F5344CB8AC3E}">
        <p14:creationId xmlns:p14="http://schemas.microsoft.com/office/powerpoint/2010/main" val="4106875086"/>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lor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vert="horz" wrap="square" lIns="182880" tIns="146304" rIns="182880" bIns="146304" rtlCol="0" anchor="ctr">
            <a:noAutofit/>
          </a:bodyPr>
          <a:lstStyle>
            <a:lvl1pPr marL="0" indent="0">
              <a:buNone/>
              <a:defRPr lang="en-US" sz="3600" kern="1200" dirty="0" smtClean="0">
                <a:gradFill>
                  <a:gsLst>
                    <a:gs pos="8491">
                      <a:schemeClr val="tx1">
                        <a:lumMod val="75000"/>
                        <a:lumOff val="25000"/>
                      </a:schemeClr>
                    </a:gs>
                    <a:gs pos="100000">
                      <a:schemeClr val="tx1">
                        <a:lumMod val="75000"/>
                        <a:lumOff val="25000"/>
                      </a:schemeClr>
                    </a:gs>
                  </a:gsLst>
                  <a:lin ang="5400000" scaled="0"/>
                </a:gradFill>
                <a:latin typeface="+mj-lt"/>
                <a:ea typeface="+mn-ea"/>
                <a:cs typeface="+mn-cs"/>
              </a:defRPr>
            </a:lvl1pPr>
          </a:lstStyle>
          <a:p>
            <a:pPr marL="0" lvl="0" indent="0" algn="l" defTabSz="914166" rtl="0" eaLnBrk="1" latinLnBrk="0" hangingPunct="1">
              <a:spcBef>
                <a:spcPct val="20000"/>
              </a:spcBef>
              <a:spcAft>
                <a:spcPts val="1632"/>
              </a:spcAft>
            </a:pPr>
            <a:r>
              <a:rPr lang="en-US" smtClean="0"/>
              <a:t>Click to edit Master text styles</a:t>
            </a:r>
          </a:p>
        </p:txBody>
      </p:sp>
      <p:sp>
        <p:nvSpPr>
          <p:cNvPr id="6" name="Text Placeholder 8"/>
          <p:cNvSpPr>
            <a:spLocks noGrp="1"/>
          </p:cNvSpPr>
          <p:nvPr>
            <p:ph type="body" sz="quarter" idx="16" hasCustomPrompt="1"/>
          </p:nvPr>
        </p:nvSpPr>
        <p:spPr>
          <a:xfrm>
            <a:off x="274641" y="296864"/>
            <a:ext cx="11887199" cy="914400"/>
          </a:xfrm>
        </p:spPr>
        <p:txBody>
          <a:bodyPr vert="horz" lIns="182880" tIns="146304" rIns="182880" bIns="146304" rtlCol="0" anchor="t">
            <a:noAutofit/>
          </a:bodyPr>
          <a:lstStyle>
            <a:lvl1pPr marL="0" indent="0"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lvl="0">
              <a:spcBef>
                <a:spcPct val="0"/>
              </a:spcBef>
            </a:pPr>
            <a:r>
              <a:rPr lang="en-US" dirty="0" smtClean="0"/>
              <a:t>Click to edit master text styles</a:t>
            </a:r>
          </a:p>
        </p:txBody>
      </p:sp>
      <p:sp>
        <p:nvSpPr>
          <p:cNvPr id="5" name="Title 1"/>
          <p:cNvSpPr>
            <a:spLocks noGrp="1"/>
          </p:cNvSpPr>
          <p:nvPr>
            <p:ph type="ctrTitle" hasCustomPrompt="1"/>
          </p:nvPr>
        </p:nvSpPr>
        <p:spPr>
          <a:xfrm>
            <a:off x="274638" y="1537564"/>
            <a:ext cx="3931941" cy="3919398"/>
          </a:xfrm>
          <a:custGeom>
            <a:avLst/>
            <a:gdLst>
              <a:gd name="connsiteX0" fmla="*/ 0 w 2431552"/>
              <a:gd name="connsiteY0" fmla="*/ 0 h 576072"/>
              <a:gd name="connsiteX1" fmla="*/ 2431552 w 2431552"/>
              <a:gd name="connsiteY1" fmla="*/ 0 h 576072"/>
              <a:gd name="connsiteX2" fmla="*/ 2431552 w 2431552"/>
              <a:gd name="connsiteY2" fmla="*/ 576072 h 576072"/>
              <a:gd name="connsiteX3" fmla="*/ 0 w 2431552"/>
              <a:gd name="connsiteY3" fmla="*/ 576072 h 576072"/>
              <a:gd name="connsiteX4" fmla="*/ 0 w 2431552"/>
              <a:gd name="connsiteY4" fmla="*/ 0 h 576072"/>
              <a:gd name="connsiteX0" fmla="*/ 0 w 2610228"/>
              <a:gd name="connsiteY0" fmla="*/ 704193 h 1280265"/>
              <a:gd name="connsiteX1" fmla="*/ 2610228 w 2610228"/>
              <a:gd name="connsiteY1" fmla="*/ 0 h 1280265"/>
              <a:gd name="connsiteX2" fmla="*/ 2431552 w 2610228"/>
              <a:gd name="connsiteY2" fmla="*/ 1280265 h 1280265"/>
              <a:gd name="connsiteX3" fmla="*/ 0 w 2610228"/>
              <a:gd name="connsiteY3" fmla="*/ 1280265 h 1280265"/>
              <a:gd name="connsiteX4" fmla="*/ 0 w 2610228"/>
              <a:gd name="connsiteY4" fmla="*/ 704193 h 1280265"/>
              <a:gd name="connsiteX0" fmla="*/ 0 w 2620739"/>
              <a:gd name="connsiteY0" fmla="*/ 704193 h 2037009"/>
              <a:gd name="connsiteX1" fmla="*/ 2610228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620739"/>
              <a:gd name="connsiteY0" fmla="*/ 483476 h 1816292"/>
              <a:gd name="connsiteX1" fmla="*/ 2389511 w 2620739"/>
              <a:gd name="connsiteY1" fmla="*/ 0 h 1816292"/>
              <a:gd name="connsiteX2" fmla="*/ 2620739 w 2620739"/>
              <a:gd name="connsiteY2" fmla="*/ 1816292 h 1816292"/>
              <a:gd name="connsiteX3" fmla="*/ 0 w 2620739"/>
              <a:gd name="connsiteY3" fmla="*/ 1059548 h 1816292"/>
              <a:gd name="connsiteX4" fmla="*/ 0 w 2620739"/>
              <a:gd name="connsiteY4" fmla="*/ 483476 h 1816292"/>
              <a:gd name="connsiteX0" fmla="*/ 0 w 2620739"/>
              <a:gd name="connsiteY0" fmla="*/ 704193 h 2037009"/>
              <a:gd name="connsiteX1" fmla="*/ 2589207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862477"/>
              <a:gd name="connsiteY0" fmla="*/ 0 h 2425892"/>
              <a:gd name="connsiteX1" fmla="*/ 2830945 w 2862477"/>
              <a:gd name="connsiteY1" fmla="*/ 388883 h 2425892"/>
              <a:gd name="connsiteX2" fmla="*/ 2862477 w 2862477"/>
              <a:gd name="connsiteY2" fmla="*/ 2425892 h 2425892"/>
              <a:gd name="connsiteX3" fmla="*/ 241738 w 2862477"/>
              <a:gd name="connsiteY3" fmla="*/ 1669148 h 2425892"/>
              <a:gd name="connsiteX4" fmla="*/ 0 w 2862477"/>
              <a:gd name="connsiteY4" fmla="*/ 0 h 2425892"/>
              <a:gd name="connsiteX0" fmla="*/ 0 w 2862477"/>
              <a:gd name="connsiteY0" fmla="*/ 0 h 2804265"/>
              <a:gd name="connsiteX1" fmla="*/ 2830945 w 2862477"/>
              <a:gd name="connsiteY1" fmla="*/ 388883 h 2804265"/>
              <a:gd name="connsiteX2" fmla="*/ 2862477 w 2862477"/>
              <a:gd name="connsiteY2" fmla="*/ 2425892 h 2804265"/>
              <a:gd name="connsiteX3" fmla="*/ 21021 w 2862477"/>
              <a:gd name="connsiteY3" fmla="*/ 2804265 h 2804265"/>
              <a:gd name="connsiteX4" fmla="*/ 0 w 2862477"/>
              <a:gd name="connsiteY4" fmla="*/ 0 h 2804265"/>
              <a:gd name="connsiteX0" fmla="*/ 0 w 2967580"/>
              <a:gd name="connsiteY0" fmla="*/ 0 h 2961920"/>
              <a:gd name="connsiteX1" fmla="*/ 2936048 w 2967580"/>
              <a:gd name="connsiteY1" fmla="*/ 546538 h 2961920"/>
              <a:gd name="connsiteX2" fmla="*/ 2967580 w 2967580"/>
              <a:gd name="connsiteY2" fmla="*/ 2583547 h 2961920"/>
              <a:gd name="connsiteX3" fmla="*/ 126124 w 2967580"/>
              <a:gd name="connsiteY3" fmla="*/ 2961920 h 2961920"/>
              <a:gd name="connsiteX4" fmla="*/ 0 w 2967580"/>
              <a:gd name="connsiteY4" fmla="*/ 0 h 2961920"/>
              <a:gd name="connsiteX0" fmla="*/ 10511 w 2841456"/>
              <a:gd name="connsiteY0" fmla="*/ 0 h 2814775"/>
              <a:gd name="connsiteX1" fmla="*/ 2809924 w 2841456"/>
              <a:gd name="connsiteY1" fmla="*/ 399393 h 2814775"/>
              <a:gd name="connsiteX2" fmla="*/ 2841456 w 2841456"/>
              <a:gd name="connsiteY2" fmla="*/ 2436402 h 2814775"/>
              <a:gd name="connsiteX3" fmla="*/ 0 w 2841456"/>
              <a:gd name="connsiteY3" fmla="*/ 2814775 h 2814775"/>
              <a:gd name="connsiteX4" fmla="*/ 10511 w 2841456"/>
              <a:gd name="connsiteY4" fmla="*/ 0 h 2814775"/>
              <a:gd name="connsiteX0" fmla="*/ 10511 w 2845941"/>
              <a:gd name="connsiteY0" fmla="*/ 0 h 2814775"/>
              <a:gd name="connsiteX1" fmla="*/ 2842437 w 2845941"/>
              <a:gd name="connsiteY1" fmla="*/ 415742 h 2814775"/>
              <a:gd name="connsiteX2" fmla="*/ 2841456 w 2845941"/>
              <a:gd name="connsiteY2" fmla="*/ 2436402 h 2814775"/>
              <a:gd name="connsiteX3" fmla="*/ 0 w 2845941"/>
              <a:gd name="connsiteY3" fmla="*/ 2814775 h 2814775"/>
              <a:gd name="connsiteX4" fmla="*/ 10511 w 2845941"/>
              <a:gd name="connsiteY4" fmla="*/ 0 h 2814775"/>
              <a:gd name="connsiteX0" fmla="*/ 10511 w 2841456"/>
              <a:gd name="connsiteY0" fmla="*/ 0 h 2814775"/>
              <a:gd name="connsiteX1" fmla="*/ 2834309 w 2841456"/>
              <a:gd name="connsiteY1" fmla="*/ 391219 h 2814775"/>
              <a:gd name="connsiteX2" fmla="*/ 2841456 w 2841456"/>
              <a:gd name="connsiteY2" fmla="*/ 2436402 h 2814775"/>
              <a:gd name="connsiteX3" fmla="*/ 0 w 2841456"/>
              <a:gd name="connsiteY3" fmla="*/ 2814775 h 2814775"/>
              <a:gd name="connsiteX4" fmla="*/ 10511 w 2841456"/>
              <a:gd name="connsiteY4" fmla="*/ 0 h 2814775"/>
              <a:gd name="connsiteX0" fmla="*/ 3504 w 2834449"/>
              <a:gd name="connsiteY0" fmla="*/ 0 h 2847473"/>
              <a:gd name="connsiteX1" fmla="*/ 2827302 w 2834449"/>
              <a:gd name="connsiteY1" fmla="*/ 391219 h 2847473"/>
              <a:gd name="connsiteX2" fmla="*/ 2834449 w 2834449"/>
              <a:gd name="connsiteY2" fmla="*/ 2436402 h 2847473"/>
              <a:gd name="connsiteX3" fmla="*/ 1122 w 2834449"/>
              <a:gd name="connsiteY3" fmla="*/ 2847473 h 2847473"/>
              <a:gd name="connsiteX4" fmla="*/ 3504 w 2834449"/>
              <a:gd name="connsiteY4" fmla="*/ 0 h 284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4449" h="2847473">
                <a:moveTo>
                  <a:pt x="3504" y="0"/>
                </a:moveTo>
                <a:lnTo>
                  <a:pt x="2827302" y="391219"/>
                </a:lnTo>
                <a:cubicBezTo>
                  <a:pt x="2830806" y="1070222"/>
                  <a:pt x="2830945" y="1757399"/>
                  <a:pt x="2834449" y="2436402"/>
                </a:cubicBezTo>
                <a:lnTo>
                  <a:pt x="1122" y="2847473"/>
                </a:lnTo>
                <a:cubicBezTo>
                  <a:pt x="4626" y="1909215"/>
                  <a:pt x="0" y="938258"/>
                  <a:pt x="3504" y="0"/>
                </a:cubicBezTo>
                <a:close/>
              </a:path>
            </a:pathLst>
          </a:custGeom>
          <a:solidFill>
            <a:schemeClr val="tx2"/>
          </a:solidFill>
          <a:ln>
            <a:noFill/>
          </a:ln>
          <a:extLst/>
        </p:spPr>
        <p:txBody>
          <a:bodyPr vert="horz" wrap="square" lIns="182880" tIns="146304" rIns="182880" bIns="146304" numCol="1" anchor="ctr" anchorCtr="0" compatLnSpc="1">
            <a:prstTxWarp prst="textNoShape">
              <a:avLst/>
            </a:prstTxWarp>
            <a:noAutofit/>
          </a:bodyPr>
          <a:lstStyle>
            <a:lvl1pPr>
              <a:lnSpc>
                <a:spcPct val="95000"/>
              </a:lnSpc>
              <a:defRPr lang="en-US" sz="4000" kern="1200" dirty="0" smtClean="0">
                <a:gradFill>
                  <a:gsLst>
                    <a:gs pos="0">
                      <a:srgbClr val="FFFFFF"/>
                    </a:gs>
                    <a:gs pos="100000">
                      <a:srgbClr val="FFFFFF"/>
                    </a:gs>
                  </a:gsLst>
                  <a:lin ang="5400000" scaled="0"/>
                </a:gradFill>
                <a:latin typeface="Segoe UI Light"/>
                <a:ea typeface="ＭＳ Ｐゴシック" charset="0"/>
                <a:cs typeface="Segoe UI Light"/>
              </a:defRPr>
            </a:lvl1pPr>
          </a:lstStyle>
          <a:p>
            <a:pPr marL="0" lvl="0" indent="0" algn="l" defTabSz="1243266" rtl="0" eaLnBrk="1" fontAlgn="base" latinLnBrk="0" hangingPunct="1">
              <a:lnSpc>
                <a:spcPct val="100000"/>
              </a:lnSpc>
              <a:spcBef>
                <a:spcPct val="0"/>
              </a:spcBef>
              <a:spcAft>
                <a:spcPct val="0"/>
              </a:spcAft>
              <a:buFontTx/>
              <a:buNone/>
            </a:pPr>
            <a:r>
              <a:rPr lang="en-US" dirty="0" smtClean="0"/>
              <a:t>Click to edit master title style</a:t>
            </a:r>
            <a:endParaRPr lang="en-US" dirty="0"/>
          </a:p>
        </p:txBody>
      </p:sp>
    </p:spTree>
    <p:extLst>
      <p:ext uri="{BB962C8B-B14F-4D97-AF65-F5344CB8AC3E}">
        <p14:creationId xmlns:p14="http://schemas.microsoft.com/office/powerpoint/2010/main" val="661050439"/>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vert="horz" wrap="square" lIns="182880" tIns="146304" rIns="182880" bIns="146304" rtlCol="0" anchor="ctr">
            <a:noAutofit/>
          </a:bodyPr>
          <a:lstStyle>
            <a:lvl1pPr marL="0" indent="0">
              <a:buFont typeface="Arial" panose="020B0604020202020204" pitchFamily="34" charset="0"/>
              <a:buNone/>
              <a:defRPr lang="en-US" sz="3600" kern="1200" dirty="0" smtClean="0">
                <a:gradFill>
                  <a:gsLst>
                    <a:gs pos="1299">
                      <a:schemeClr val="tx1"/>
                    </a:gs>
                    <a:gs pos="100000">
                      <a:schemeClr val="tx1"/>
                    </a:gs>
                  </a:gsLst>
                  <a:lin ang="5400000" scaled="0"/>
                </a:gradFill>
                <a:latin typeface="+mj-lt"/>
                <a:ea typeface="+mn-ea"/>
                <a:cs typeface="+mn-cs"/>
              </a:defRPr>
            </a:lvl1pPr>
          </a:lstStyle>
          <a:p>
            <a:pPr marL="0" lvl="0" indent="0" algn="l" defTabSz="914166" rtl="0" eaLnBrk="1" latinLnBrk="0" hangingPunct="1">
              <a:spcBef>
                <a:spcPct val="20000"/>
              </a:spcBef>
            </a:pPr>
            <a:r>
              <a:rPr lang="en-US" smtClean="0"/>
              <a:t>Click to edit Master text styles</a:t>
            </a:r>
          </a:p>
        </p:txBody>
      </p:sp>
      <p:sp>
        <p:nvSpPr>
          <p:cNvPr id="7" name="Picture Placeholder 12"/>
          <p:cNvSpPr>
            <a:spLocks noGrp="1"/>
          </p:cNvSpPr>
          <p:nvPr>
            <p:ph type="pic" sz="quarter" idx="16"/>
          </p:nvPr>
        </p:nvSpPr>
        <p:spPr>
          <a:xfrm>
            <a:off x="274638" y="1535875"/>
            <a:ext cx="3931920" cy="392277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lIns="182880" tIns="146304" rIns="182880" bIns="146304" anchor="ctr" anchorCtr="1">
            <a:noAutofit/>
          </a:bodyPr>
          <a:lstStyle>
            <a:lvl1pPr marL="0" indent="0">
              <a:buNone/>
              <a:defRPr/>
            </a:lvl1pPr>
          </a:lstStyle>
          <a:p>
            <a:r>
              <a:rPr lang="en-US" smtClean="0"/>
              <a:t>Click icon to add picture</a:t>
            </a:r>
            <a:endParaRPr lang="en-US" dirty="0"/>
          </a:p>
        </p:txBody>
      </p:sp>
      <p:sp>
        <p:nvSpPr>
          <p:cNvPr id="3" name="Title 2"/>
          <p:cNvSpPr>
            <a:spLocks noGrp="1"/>
          </p:cNvSpPr>
          <p:nvPr>
            <p:ph type="title"/>
          </p:nvPr>
        </p:nvSpPr>
        <p:spPr/>
        <p:txBody>
          <a:bodyPr wrap="none" lIns="182880" tIns="146304" rIns="182880" bIns="146304"/>
          <a:lstStyle/>
          <a:p>
            <a:r>
              <a:rPr lang="en-US" smtClean="0"/>
              <a:t>Click to edit Master title style</a:t>
            </a:r>
            <a:endParaRPr lang="en-US" dirty="0"/>
          </a:p>
        </p:txBody>
      </p:sp>
    </p:spTree>
    <p:extLst>
      <p:ext uri="{BB962C8B-B14F-4D97-AF65-F5344CB8AC3E}">
        <p14:creationId xmlns:p14="http://schemas.microsoft.com/office/powerpoint/2010/main" val="2613587105"/>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 Code">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1534779"/>
          </a:xfrm>
        </p:spPr>
        <p:txBody>
          <a:bodyPr>
            <a:spAutoFit/>
          </a:bodyPr>
          <a:lstStyle>
            <a:lvl1pPr>
              <a:defRPr lang="en-US" sz="2400" kern="1200" dirty="0" smtClean="0">
                <a:gradFill>
                  <a:gsLst>
                    <a:gs pos="100000">
                      <a:schemeClr val="tx1"/>
                    </a:gs>
                    <a:gs pos="0">
                      <a:schemeClr val="tx1"/>
                    </a:gs>
                  </a:gsLst>
                  <a:lin ang="5400000" scaled="0"/>
                </a:gradFill>
                <a:latin typeface="Consolas" pitchFamily="49" charset="0"/>
                <a:ea typeface="+mn-ea"/>
                <a:cs typeface="Consolas" pitchFamily="49" charset="0"/>
              </a:defRPr>
            </a:lvl1pPr>
            <a:lvl2pPr marL="584200" indent="-241300">
              <a:defRPr lang="en-US" sz="2400" kern="1200" dirty="0" smtClean="0">
                <a:gradFill>
                  <a:gsLst>
                    <a:gs pos="100000">
                      <a:schemeClr val="tx1"/>
                    </a:gs>
                    <a:gs pos="0">
                      <a:schemeClr val="tx1"/>
                    </a:gs>
                  </a:gsLst>
                  <a:lin ang="5400000" scaled="0"/>
                </a:gradFill>
                <a:latin typeface="Consolas" pitchFamily="49" charset="0"/>
                <a:ea typeface="+mn-ea"/>
                <a:cs typeface="Consolas" pitchFamily="49" charset="0"/>
              </a:defRPr>
            </a:lvl2pPr>
            <a:lvl3pPr marL="571441" indent="-342900">
              <a:defRPr lang="en-US" sz="2400" kern="1200" dirty="0" smtClean="0">
                <a:gradFill>
                  <a:gsLst>
                    <a:gs pos="100000">
                      <a:schemeClr val="tx1"/>
                    </a:gs>
                    <a:gs pos="0">
                      <a:schemeClr val="tx1"/>
                    </a:gs>
                  </a:gsLst>
                  <a:lin ang="5400000" scaled="0"/>
                </a:gradFill>
                <a:latin typeface="Consolas" pitchFamily="49" charset="0"/>
                <a:ea typeface="+mn-ea"/>
                <a:cs typeface="Consolas" pitchFamily="49" charset="0"/>
              </a:defRPr>
            </a:lvl3pPr>
            <a:lvl4pPr>
              <a:defRPr sz="2000"/>
            </a:lvl4pPr>
            <a:lvl5pPr>
              <a:defRPr sz="2000"/>
            </a:lvl5pPr>
          </a:lstStyle>
          <a:p>
            <a:pPr marL="0" lvl="0" indent="0" algn="l" defTabSz="914166" rtl="0" eaLnBrk="1" latinLnBrk="0" hangingPunct="1">
              <a:spcBef>
                <a:spcPct val="20000"/>
              </a:spcBef>
              <a:spcAft>
                <a:spcPts val="816"/>
              </a:spcAft>
              <a:buFont typeface="Arial" pitchFamily="34" charset="0"/>
              <a:buNone/>
            </a:pPr>
            <a:r>
              <a:rPr lang="en-US" smtClean="0"/>
              <a:t>Click to edit Master text styles</a:t>
            </a:r>
          </a:p>
          <a:p>
            <a:pPr marL="0" lvl="1" indent="0" algn="l" defTabSz="914166" rtl="0" eaLnBrk="1" latinLnBrk="0" hangingPunct="1">
              <a:spcBef>
                <a:spcPct val="20000"/>
              </a:spcBef>
              <a:spcAft>
                <a:spcPts val="816"/>
              </a:spcAft>
              <a:buFont typeface="Arial" pitchFamily="34" charset="0"/>
              <a:buNone/>
            </a:pPr>
            <a:r>
              <a:rPr lang="en-US" smtClean="0"/>
              <a:t>Second level</a:t>
            </a:r>
          </a:p>
          <a:p>
            <a:pPr marL="0" lvl="2" indent="0" algn="l" defTabSz="914166" rtl="0" eaLnBrk="1" latinLnBrk="0" hangingPunct="1">
              <a:spcBef>
                <a:spcPct val="20000"/>
              </a:spcBef>
              <a:spcAft>
                <a:spcPts val="816"/>
              </a:spcAft>
              <a:buFont typeface="Arial" pitchFamily="34" charset="0"/>
              <a:buNone/>
            </a:pPr>
            <a:r>
              <a:rPr lang="en-US" smtClean="0"/>
              <a:t>Third level</a:t>
            </a:r>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106697334"/>
      </p:ext>
    </p:extLst>
  </p:cSld>
  <p:clrMapOvr>
    <a:masterClrMapping/>
  </p:clrMapOvr>
  <p:transition>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9526804"/>
      </p:ext>
    </p:extLst>
  </p:cSld>
  <p:clrMapOvr>
    <a:masterClrMapping/>
  </p:clrMapOvr>
  <p:transition>
    <p:fad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Walk-in">
    <p:bg>
      <p:bgPr>
        <a:solidFill>
          <a:schemeClr val="bg1"/>
        </a:solidFill>
        <a:effectLst/>
      </p:bgPr>
    </p:bg>
    <p:spTree>
      <p:nvGrpSpPr>
        <p:cNvPr id="1" name=""/>
        <p:cNvGrpSpPr/>
        <p:nvPr/>
      </p:nvGrpSpPr>
      <p:grpSpPr>
        <a:xfrm>
          <a:off x="0" y="0"/>
          <a:ext cx="0" cy="0"/>
          <a:chOff x="0" y="0"/>
          <a:chExt cx="0" cy="0"/>
        </a:xfrm>
      </p:grpSpPr>
      <p:sp>
        <p:nvSpPr>
          <p:cNvPr id="2" name="Freeform 1"/>
          <p:cNvSpPr>
            <a:spLocks noEditPoints="1"/>
          </p:cNvSpPr>
          <p:nvPr userDrawn="1"/>
        </p:nvSpPr>
        <p:spPr bwMode="black">
          <a:xfrm>
            <a:off x="2137568" y="2473325"/>
            <a:ext cx="8161338" cy="2047875"/>
          </a:xfrm>
          <a:custGeom>
            <a:avLst/>
            <a:gdLst>
              <a:gd name="T0" fmla="*/ 336 w 2176"/>
              <a:gd name="T1" fmla="*/ 2 h 546"/>
              <a:gd name="T2" fmla="*/ 269 w 2176"/>
              <a:gd name="T3" fmla="*/ 2 h 546"/>
              <a:gd name="T4" fmla="*/ 48 w 2176"/>
              <a:gd name="T5" fmla="*/ 538 h 546"/>
              <a:gd name="T6" fmla="*/ 2128 w 2176"/>
              <a:gd name="T7" fmla="*/ 2 h 546"/>
              <a:gd name="T8" fmla="*/ 2176 w 2176"/>
              <a:gd name="T9" fmla="*/ 2 h 546"/>
              <a:gd name="T10" fmla="*/ 1049 w 2176"/>
              <a:gd name="T11" fmla="*/ 175 h 546"/>
              <a:gd name="T12" fmla="*/ 1025 w 2176"/>
              <a:gd name="T13" fmla="*/ 454 h 546"/>
              <a:gd name="T14" fmla="*/ 937 w 2176"/>
              <a:gd name="T15" fmla="*/ 473 h 546"/>
              <a:gd name="T16" fmla="*/ 892 w 2176"/>
              <a:gd name="T17" fmla="*/ 384 h 546"/>
              <a:gd name="T18" fmla="*/ 809 w 2176"/>
              <a:gd name="T19" fmla="*/ 394 h 546"/>
              <a:gd name="T20" fmla="*/ 975 w 2176"/>
              <a:gd name="T21" fmla="*/ 540 h 546"/>
              <a:gd name="T22" fmla="*/ 1048 w 2176"/>
              <a:gd name="T23" fmla="*/ 482 h 546"/>
              <a:gd name="T24" fmla="*/ 1131 w 2176"/>
              <a:gd name="T25" fmla="*/ 536 h 546"/>
              <a:gd name="T26" fmla="*/ 1293 w 2176"/>
              <a:gd name="T27" fmla="*/ 14 h 546"/>
              <a:gd name="T28" fmla="*/ 1238 w 2176"/>
              <a:gd name="T29" fmla="*/ 3 h 546"/>
              <a:gd name="T30" fmla="*/ 1207 w 2176"/>
              <a:gd name="T31" fmla="*/ 48 h 546"/>
              <a:gd name="T32" fmla="*/ 1237 w 2176"/>
              <a:gd name="T33" fmla="*/ 91 h 546"/>
              <a:gd name="T34" fmla="*/ 1293 w 2176"/>
              <a:gd name="T35" fmla="*/ 81 h 546"/>
              <a:gd name="T36" fmla="*/ 1216 w 2176"/>
              <a:gd name="T37" fmla="*/ 536 h 546"/>
              <a:gd name="T38" fmla="*/ 1216 w 2176"/>
              <a:gd name="T39" fmla="*/ 175 h 546"/>
              <a:gd name="T40" fmla="*/ 1457 w 2176"/>
              <a:gd name="T41" fmla="*/ 536 h 546"/>
              <a:gd name="T42" fmla="*/ 1376 w 2176"/>
              <a:gd name="T43" fmla="*/ 536 h 546"/>
              <a:gd name="T44" fmla="*/ 729 w 2176"/>
              <a:gd name="T45" fmla="*/ 213 h 546"/>
              <a:gd name="T46" fmla="*/ 573 w 2176"/>
              <a:gd name="T47" fmla="*/ 163 h 546"/>
              <a:gd name="T48" fmla="*/ 491 w 2176"/>
              <a:gd name="T49" fmla="*/ 226 h 546"/>
              <a:gd name="T50" fmla="*/ 460 w 2176"/>
              <a:gd name="T51" fmla="*/ 2 h 546"/>
              <a:gd name="T52" fmla="*/ 489 w 2176"/>
              <a:gd name="T53" fmla="*/ 537 h 546"/>
              <a:gd name="T54" fmla="*/ 509 w 2176"/>
              <a:gd name="T55" fmla="*/ 512 h 546"/>
              <a:gd name="T56" fmla="*/ 596 w 2176"/>
              <a:gd name="T57" fmla="*/ 546 h 546"/>
              <a:gd name="T58" fmla="*/ 754 w 2176"/>
              <a:gd name="T59" fmla="*/ 423 h 546"/>
              <a:gd name="T60" fmla="*/ 671 w 2176"/>
              <a:gd name="T61" fmla="*/ 400 h 546"/>
              <a:gd name="T62" fmla="*/ 578 w 2176"/>
              <a:gd name="T63" fmla="*/ 478 h 546"/>
              <a:gd name="T64" fmla="*/ 495 w 2176"/>
              <a:gd name="T65" fmla="*/ 421 h 546"/>
              <a:gd name="T66" fmla="*/ 496 w 2176"/>
              <a:gd name="T67" fmla="*/ 291 h 546"/>
              <a:gd name="T68" fmla="*/ 586 w 2176"/>
              <a:gd name="T69" fmla="*/ 226 h 546"/>
              <a:gd name="T70" fmla="*/ 672 w 2176"/>
              <a:gd name="T71" fmla="*/ 293 h 546"/>
              <a:gd name="T72" fmla="*/ 1866 w 2176"/>
              <a:gd name="T73" fmla="*/ 2 h 546"/>
              <a:gd name="T74" fmla="*/ 1783 w 2176"/>
              <a:gd name="T75" fmla="*/ 220 h 546"/>
              <a:gd name="T76" fmla="*/ 1716 w 2176"/>
              <a:gd name="T77" fmla="*/ 171 h 546"/>
              <a:gd name="T78" fmla="*/ 1561 w 2176"/>
              <a:gd name="T79" fmla="*/ 220 h 546"/>
              <a:gd name="T80" fmla="*/ 1526 w 2176"/>
              <a:gd name="T81" fmla="*/ 443 h 546"/>
              <a:gd name="T82" fmla="*/ 1665 w 2176"/>
              <a:gd name="T83" fmla="*/ 546 h 546"/>
              <a:gd name="T84" fmla="*/ 1763 w 2176"/>
              <a:gd name="T85" fmla="*/ 507 h 546"/>
              <a:gd name="T86" fmla="*/ 1785 w 2176"/>
              <a:gd name="T87" fmla="*/ 537 h 546"/>
              <a:gd name="T88" fmla="*/ 1778 w 2176"/>
              <a:gd name="T89" fmla="*/ 413 h 546"/>
              <a:gd name="T90" fmla="*/ 1692 w 2176"/>
              <a:gd name="T91" fmla="*/ 479 h 546"/>
              <a:gd name="T92" fmla="*/ 1607 w 2176"/>
              <a:gd name="T93" fmla="*/ 414 h 546"/>
              <a:gd name="T94" fmla="*/ 1624 w 2176"/>
              <a:gd name="T95" fmla="*/ 269 h 546"/>
              <a:gd name="T96" fmla="*/ 1732 w 2176"/>
              <a:gd name="T97" fmla="*/ 241 h 546"/>
              <a:gd name="T98" fmla="*/ 1786 w 2176"/>
              <a:gd name="T99" fmla="*/ 326 h 5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76" h="546">
                <a:moveTo>
                  <a:pt x="163" y="538"/>
                </a:moveTo>
                <a:cubicBezTo>
                  <a:pt x="116" y="538"/>
                  <a:pt x="116" y="538"/>
                  <a:pt x="116" y="538"/>
                </a:cubicBezTo>
                <a:cubicBezTo>
                  <a:pt x="336" y="2"/>
                  <a:pt x="336" y="2"/>
                  <a:pt x="336" y="2"/>
                </a:cubicBezTo>
                <a:cubicBezTo>
                  <a:pt x="384" y="2"/>
                  <a:pt x="384" y="2"/>
                  <a:pt x="384" y="2"/>
                </a:cubicBezTo>
                <a:lnTo>
                  <a:pt x="163" y="538"/>
                </a:lnTo>
                <a:close/>
                <a:moveTo>
                  <a:pt x="269" y="2"/>
                </a:moveTo>
                <a:cubicBezTo>
                  <a:pt x="221" y="2"/>
                  <a:pt x="221" y="2"/>
                  <a:pt x="221" y="2"/>
                </a:cubicBezTo>
                <a:cubicBezTo>
                  <a:pt x="0" y="538"/>
                  <a:pt x="0" y="538"/>
                  <a:pt x="0" y="538"/>
                </a:cubicBezTo>
                <a:cubicBezTo>
                  <a:pt x="48" y="538"/>
                  <a:pt x="48" y="538"/>
                  <a:pt x="48" y="538"/>
                </a:cubicBezTo>
                <a:lnTo>
                  <a:pt x="269" y="2"/>
                </a:lnTo>
                <a:close/>
                <a:moveTo>
                  <a:pt x="2176" y="2"/>
                </a:moveTo>
                <a:cubicBezTo>
                  <a:pt x="2128" y="2"/>
                  <a:pt x="2128" y="2"/>
                  <a:pt x="2128" y="2"/>
                </a:cubicBezTo>
                <a:cubicBezTo>
                  <a:pt x="1908" y="538"/>
                  <a:pt x="1908" y="538"/>
                  <a:pt x="1908" y="538"/>
                </a:cubicBezTo>
                <a:cubicBezTo>
                  <a:pt x="1955" y="538"/>
                  <a:pt x="1955" y="538"/>
                  <a:pt x="1955" y="538"/>
                </a:cubicBezTo>
                <a:lnTo>
                  <a:pt x="2176" y="2"/>
                </a:lnTo>
                <a:close/>
                <a:moveTo>
                  <a:pt x="1131" y="536"/>
                </a:moveTo>
                <a:cubicBezTo>
                  <a:pt x="1131" y="175"/>
                  <a:pt x="1131" y="175"/>
                  <a:pt x="1131" y="175"/>
                </a:cubicBezTo>
                <a:cubicBezTo>
                  <a:pt x="1049" y="175"/>
                  <a:pt x="1049" y="175"/>
                  <a:pt x="1049" y="175"/>
                </a:cubicBezTo>
                <a:cubicBezTo>
                  <a:pt x="1049" y="384"/>
                  <a:pt x="1049" y="384"/>
                  <a:pt x="1049" y="384"/>
                </a:cubicBezTo>
                <a:cubicBezTo>
                  <a:pt x="1049" y="399"/>
                  <a:pt x="1047" y="412"/>
                  <a:pt x="1042" y="424"/>
                </a:cubicBezTo>
                <a:cubicBezTo>
                  <a:pt x="1038" y="436"/>
                  <a:pt x="1032" y="446"/>
                  <a:pt x="1025" y="454"/>
                </a:cubicBezTo>
                <a:cubicBezTo>
                  <a:pt x="1017" y="462"/>
                  <a:pt x="1009" y="468"/>
                  <a:pt x="999" y="472"/>
                </a:cubicBezTo>
                <a:cubicBezTo>
                  <a:pt x="989" y="476"/>
                  <a:pt x="978" y="478"/>
                  <a:pt x="967" y="478"/>
                </a:cubicBezTo>
                <a:cubicBezTo>
                  <a:pt x="956" y="478"/>
                  <a:pt x="946" y="476"/>
                  <a:pt x="937" y="473"/>
                </a:cubicBezTo>
                <a:cubicBezTo>
                  <a:pt x="927" y="470"/>
                  <a:pt x="920" y="464"/>
                  <a:pt x="913" y="457"/>
                </a:cubicBezTo>
                <a:cubicBezTo>
                  <a:pt x="906" y="449"/>
                  <a:pt x="901" y="440"/>
                  <a:pt x="897" y="428"/>
                </a:cubicBezTo>
                <a:cubicBezTo>
                  <a:pt x="894" y="416"/>
                  <a:pt x="892" y="401"/>
                  <a:pt x="892" y="384"/>
                </a:cubicBezTo>
                <a:cubicBezTo>
                  <a:pt x="892" y="175"/>
                  <a:pt x="892" y="175"/>
                  <a:pt x="892" y="175"/>
                </a:cubicBezTo>
                <a:cubicBezTo>
                  <a:pt x="809" y="175"/>
                  <a:pt x="809" y="175"/>
                  <a:pt x="809" y="175"/>
                </a:cubicBezTo>
                <a:cubicBezTo>
                  <a:pt x="809" y="394"/>
                  <a:pt x="809" y="394"/>
                  <a:pt x="809" y="394"/>
                </a:cubicBezTo>
                <a:cubicBezTo>
                  <a:pt x="809" y="444"/>
                  <a:pt x="821" y="482"/>
                  <a:pt x="843" y="507"/>
                </a:cubicBezTo>
                <a:cubicBezTo>
                  <a:pt x="865" y="532"/>
                  <a:pt x="897" y="545"/>
                  <a:pt x="939" y="545"/>
                </a:cubicBezTo>
                <a:cubicBezTo>
                  <a:pt x="951" y="545"/>
                  <a:pt x="963" y="543"/>
                  <a:pt x="975" y="540"/>
                </a:cubicBezTo>
                <a:cubicBezTo>
                  <a:pt x="986" y="537"/>
                  <a:pt x="996" y="532"/>
                  <a:pt x="1005" y="526"/>
                </a:cubicBezTo>
                <a:cubicBezTo>
                  <a:pt x="1014" y="521"/>
                  <a:pt x="1022" y="514"/>
                  <a:pt x="1029" y="506"/>
                </a:cubicBezTo>
                <a:cubicBezTo>
                  <a:pt x="1037" y="499"/>
                  <a:pt x="1043" y="490"/>
                  <a:pt x="1048" y="482"/>
                </a:cubicBezTo>
                <a:cubicBezTo>
                  <a:pt x="1049" y="482"/>
                  <a:pt x="1049" y="482"/>
                  <a:pt x="1049" y="482"/>
                </a:cubicBezTo>
                <a:cubicBezTo>
                  <a:pt x="1049" y="536"/>
                  <a:pt x="1049" y="536"/>
                  <a:pt x="1049" y="536"/>
                </a:cubicBezTo>
                <a:lnTo>
                  <a:pt x="1131" y="536"/>
                </a:lnTo>
                <a:close/>
                <a:moveTo>
                  <a:pt x="1307" y="48"/>
                </a:moveTo>
                <a:cubicBezTo>
                  <a:pt x="1307" y="41"/>
                  <a:pt x="1306" y="35"/>
                  <a:pt x="1303" y="29"/>
                </a:cubicBezTo>
                <a:cubicBezTo>
                  <a:pt x="1301" y="23"/>
                  <a:pt x="1297" y="18"/>
                  <a:pt x="1293" y="14"/>
                </a:cubicBezTo>
                <a:cubicBezTo>
                  <a:pt x="1288" y="9"/>
                  <a:pt x="1283" y="6"/>
                  <a:pt x="1277" y="3"/>
                </a:cubicBezTo>
                <a:cubicBezTo>
                  <a:pt x="1271" y="1"/>
                  <a:pt x="1264" y="0"/>
                  <a:pt x="1257" y="0"/>
                </a:cubicBezTo>
                <a:cubicBezTo>
                  <a:pt x="1250" y="0"/>
                  <a:pt x="1244" y="1"/>
                  <a:pt x="1238" y="3"/>
                </a:cubicBezTo>
                <a:cubicBezTo>
                  <a:pt x="1232" y="6"/>
                  <a:pt x="1226" y="9"/>
                  <a:pt x="1222" y="13"/>
                </a:cubicBezTo>
                <a:cubicBezTo>
                  <a:pt x="1217" y="18"/>
                  <a:pt x="1214" y="23"/>
                  <a:pt x="1211" y="29"/>
                </a:cubicBezTo>
                <a:cubicBezTo>
                  <a:pt x="1209" y="34"/>
                  <a:pt x="1207" y="41"/>
                  <a:pt x="1207" y="48"/>
                </a:cubicBezTo>
                <a:cubicBezTo>
                  <a:pt x="1207" y="54"/>
                  <a:pt x="1209" y="60"/>
                  <a:pt x="1211" y="66"/>
                </a:cubicBezTo>
                <a:cubicBezTo>
                  <a:pt x="1214" y="72"/>
                  <a:pt x="1217" y="77"/>
                  <a:pt x="1221" y="81"/>
                </a:cubicBezTo>
                <a:cubicBezTo>
                  <a:pt x="1226" y="85"/>
                  <a:pt x="1231" y="88"/>
                  <a:pt x="1237" y="91"/>
                </a:cubicBezTo>
                <a:cubicBezTo>
                  <a:pt x="1243" y="93"/>
                  <a:pt x="1250" y="95"/>
                  <a:pt x="1257" y="95"/>
                </a:cubicBezTo>
                <a:cubicBezTo>
                  <a:pt x="1264" y="95"/>
                  <a:pt x="1271" y="93"/>
                  <a:pt x="1277" y="91"/>
                </a:cubicBezTo>
                <a:cubicBezTo>
                  <a:pt x="1283" y="88"/>
                  <a:pt x="1289" y="85"/>
                  <a:pt x="1293" y="81"/>
                </a:cubicBezTo>
                <a:cubicBezTo>
                  <a:pt x="1297" y="77"/>
                  <a:pt x="1301" y="72"/>
                  <a:pt x="1303" y="66"/>
                </a:cubicBezTo>
                <a:cubicBezTo>
                  <a:pt x="1306" y="60"/>
                  <a:pt x="1307" y="54"/>
                  <a:pt x="1307" y="48"/>
                </a:cubicBezTo>
                <a:moveTo>
                  <a:pt x="1216" y="536"/>
                </a:moveTo>
                <a:cubicBezTo>
                  <a:pt x="1297" y="536"/>
                  <a:pt x="1297" y="536"/>
                  <a:pt x="1297" y="536"/>
                </a:cubicBezTo>
                <a:cubicBezTo>
                  <a:pt x="1297" y="175"/>
                  <a:pt x="1297" y="175"/>
                  <a:pt x="1297" y="175"/>
                </a:cubicBezTo>
                <a:cubicBezTo>
                  <a:pt x="1216" y="175"/>
                  <a:pt x="1216" y="175"/>
                  <a:pt x="1216" y="175"/>
                </a:cubicBezTo>
                <a:lnTo>
                  <a:pt x="1216" y="536"/>
                </a:lnTo>
                <a:close/>
                <a:moveTo>
                  <a:pt x="1376" y="536"/>
                </a:moveTo>
                <a:cubicBezTo>
                  <a:pt x="1457" y="536"/>
                  <a:pt x="1457" y="536"/>
                  <a:pt x="1457" y="536"/>
                </a:cubicBezTo>
                <a:cubicBezTo>
                  <a:pt x="1457" y="2"/>
                  <a:pt x="1457" y="2"/>
                  <a:pt x="1457" y="2"/>
                </a:cubicBezTo>
                <a:cubicBezTo>
                  <a:pt x="1376" y="2"/>
                  <a:pt x="1376" y="2"/>
                  <a:pt x="1376" y="2"/>
                </a:cubicBezTo>
                <a:lnTo>
                  <a:pt x="1376" y="536"/>
                </a:lnTo>
                <a:close/>
                <a:moveTo>
                  <a:pt x="765" y="342"/>
                </a:moveTo>
                <a:cubicBezTo>
                  <a:pt x="765" y="317"/>
                  <a:pt x="762" y="294"/>
                  <a:pt x="756" y="272"/>
                </a:cubicBezTo>
                <a:cubicBezTo>
                  <a:pt x="750" y="249"/>
                  <a:pt x="741" y="230"/>
                  <a:pt x="729" y="213"/>
                </a:cubicBezTo>
                <a:cubicBezTo>
                  <a:pt x="717" y="196"/>
                  <a:pt x="701" y="183"/>
                  <a:pt x="682" y="173"/>
                </a:cubicBezTo>
                <a:cubicBezTo>
                  <a:pt x="663" y="163"/>
                  <a:pt x="640" y="158"/>
                  <a:pt x="613" y="158"/>
                </a:cubicBezTo>
                <a:cubicBezTo>
                  <a:pt x="599" y="158"/>
                  <a:pt x="585" y="160"/>
                  <a:pt x="573" y="163"/>
                </a:cubicBezTo>
                <a:cubicBezTo>
                  <a:pt x="561" y="166"/>
                  <a:pt x="549" y="171"/>
                  <a:pt x="539" y="177"/>
                </a:cubicBezTo>
                <a:cubicBezTo>
                  <a:pt x="529" y="183"/>
                  <a:pt x="520" y="190"/>
                  <a:pt x="512" y="199"/>
                </a:cubicBezTo>
                <a:cubicBezTo>
                  <a:pt x="504" y="207"/>
                  <a:pt x="497" y="216"/>
                  <a:pt x="491" y="226"/>
                </a:cubicBezTo>
                <a:cubicBezTo>
                  <a:pt x="489" y="226"/>
                  <a:pt x="489" y="226"/>
                  <a:pt x="489" y="226"/>
                </a:cubicBezTo>
                <a:cubicBezTo>
                  <a:pt x="489" y="2"/>
                  <a:pt x="489" y="2"/>
                  <a:pt x="489" y="2"/>
                </a:cubicBezTo>
                <a:cubicBezTo>
                  <a:pt x="460" y="2"/>
                  <a:pt x="460" y="2"/>
                  <a:pt x="460" y="2"/>
                </a:cubicBezTo>
                <a:cubicBezTo>
                  <a:pt x="406" y="133"/>
                  <a:pt x="406" y="133"/>
                  <a:pt x="406" y="133"/>
                </a:cubicBezTo>
                <a:cubicBezTo>
                  <a:pt x="406" y="537"/>
                  <a:pt x="406" y="537"/>
                  <a:pt x="406" y="537"/>
                </a:cubicBezTo>
                <a:cubicBezTo>
                  <a:pt x="489" y="537"/>
                  <a:pt x="489" y="537"/>
                  <a:pt x="489" y="537"/>
                </a:cubicBezTo>
                <a:cubicBezTo>
                  <a:pt x="489" y="490"/>
                  <a:pt x="489" y="490"/>
                  <a:pt x="489" y="490"/>
                </a:cubicBezTo>
                <a:cubicBezTo>
                  <a:pt x="491" y="490"/>
                  <a:pt x="491" y="490"/>
                  <a:pt x="491" y="490"/>
                </a:cubicBezTo>
                <a:cubicBezTo>
                  <a:pt x="496" y="498"/>
                  <a:pt x="502" y="505"/>
                  <a:pt x="509" y="512"/>
                </a:cubicBezTo>
                <a:cubicBezTo>
                  <a:pt x="515" y="519"/>
                  <a:pt x="523" y="525"/>
                  <a:pt x="532" y="530"/>
                </a:cubicBezTo>
                <a:cubicBezTo>
                  <a:pt x="540" y="535"/>
                  <a:pt x="550" y="539"/>
                  <a:pt x="561" y="542"/>
                </a:cubicBezTo>
                <a:cubicBezTo>
                  <a:pt x="571" y="544"/>
                  <a:pt x="583" y="546"/>
                  <a:pt x="596" y="546"/>
                </a:cubicBezTo>
                <a:cubicBezTo>
                  <a:pt x="623" y="546"/>
                  <a:pt x="647" y="541"/>
                  <a:pt x="668" y="530"/>
                </a:cubicBezTo>
                <a:cubicBezTo>
                  <a:pt x="689" y="520"/>
                  <a:pt x="707" y="506"/>
                  <a:pt x="721" y="488"/>
                </a:cubicBezTo>
                <a:cubicBezTo>
                  <a:pt x="736" y="470"/>
                  <a:pt x="747" y="448"/>
                  <a:pt x="754" y="423"/>
                </a:cubicBezTo>
                <a:cubicBezTo>
                  <a:pt x="761" y="398"/>
                  <a:pt x="765" y="371"/>
                  <a:pt x="765" y="342"/>
                </a:cubicBezTo>
                <a:moveTo>
                  <a:pt x="678" y="341"/>
                </a:moveTo>
                <a:cubicBezTo>
                  <a:pt x="678" y="363"/>
                  <a:pt x="676" y="383"/>
                  <a:pt x="671" y="400"/>
                </a:cubicBezTo>
                <a:cubicBezTo>
                  <a:pt x="667" y="418"/>
                  <a:pt x="660" y="432"/>
                  <a:pt x="651" y="443"/>
                </a:cubicBezTo>
                <a:cubicBezTo>
                  <a:pt x="643" y="455"/>
                  <a:pt x="632" y="463"/>
                  <a:pt x="620" y="469"/>
                </a:cubicBezTo>
                <a:cubicBezTo>
                  <a:pt x="607" y="475"/>
                  <a:pt x="593" y="478"/>
                  <a:pt x="578" y="478"/>
                </a:cubicBezTo>
                <a:cubicBezTo>
                  <a:pt x="565" y="478"/>
                  <a:pt x="553" y="475"/>
                  <a:pt x="542" y="470"/>
                </a:cubicBezTo>
                <a:cubicBezTo>
                  <a:pt x="531" y="466"/>
                  <a:pt x="522" y="459"/>
                  <a:pt x="514" y="450"/>
                </a:cubicBezTo>
                <a:cubicBezTo>
                  <a:pt x="506" y="442"/>
                  <a:pt x="500" y="432"/>
                  <a:pt x="495" y="421"/>
                </a:cubicBezTo>
                <a:cubicBezTo>
                  <a:pt x="491" y="410"/>
                  <a:pt x="488" y="397"/>
                  <a:pt x="488" y="384"/>
                </a:cubicBezTo>
                <a:cubicBezTo>
                  <a:pt x="488" y="336"/>
                  <a:pt x="488" y="336"/>
                  <a:pt x="488" y="336"/>
                </a:cubicBezTo>
                <a:cubicBezTo>
                  <a:pt x="488" y="319"/>
                  <a:pt x="491" y="304"/>
                  <a:pt x="496" y="291"/>
                </a:cubicBezTo>
                <a:cubicBezTo>
                  <a:pt x="500" y="278"/>
                  <a:pt x="507" y="266"/>
                  <a:pt x="516" y="257"/>
                </a:cubicBezTo>
                <a:cubicBezTo>
                  <a:pt x="524" y="247"/>
                  <a:pt x="534" y="240"/>
                  <a:pt x="546" y="234"/>
                </a:cubicBezTo>
                <a:cubicBezTo>
                  <a:pt x="558" y="229"/>
                  <a:pt x="571" y="226"/>
                  <a:pt x="586" y="226"/>
                </a:cubicBezTo>
                <a:cubicBezTo>
                  <a:pt x="601" y="226"/>
                  <a:pt x="614" y="229"/>
                  <a:pt x="625" y="234"/>
                </a:cubicBezTo>
                <a:cubicBezTo>
                  <a:pt x="636" y="240"/>
                  <a:pt x="646" y="247"/>
                  <a:pt x="654" y="257"/>
                </a:cubicBezTo>
                <a:cubicBezTo>
                  <a:pt x="662" y="267"/>
                  <a:pt x="668" y="279"/>
                  <a:pt x="672" y="293"/>
                </a:cubicBezTo>
                <a:cubicBezTo>
                  <a:pt x="676" y="307"/>
                  <a:pt x="678" y="323"/>
                  <a:pt x="678" y="341"/>
                </a:cubicBezTo>
                <a:moveTo>
                  <a:pt x="1866" y="537"/>
                </a:moveTo>
                <a:cubicBezTo>
                  <a:pt x="1866" y="2"/>
                  <a:pt x="1866" y="2"/>
                  <a:pt x="1866" y="2"/>
                </a:cubicBezTo>
                <a:cubicBezTo>
                  <a:pt x="1785" y="2"/>
                  <a:pt x="1785" y="2"/>
                  <a:pt x="1785" y="2"/>
                </a:cubicBezTo>
                <a:cubicBezTo>
                  <a:pt x="1785" y="220"/>
                  <a:pt x="1785" y="220"/>
                  <a:pt x="1785" y="220"/>
                </a:cubicBezTo>
                <a:cubicBezTo>
                  <a:pt x="1783" y="220"/>
                  <a:pt x="1783" y="220"/>
                  <a:pt x="1783" y="220"/>
                </a:cubicBezTo>
                <a:cubicBezTo>
                  <a:pt x="1779" y="213"/>
                  <a:pt x="1773" y="206"/>
                  <a:pt x="1767" y="199"/>
                </a:cubicBezTo>
                <a:cubicBezTo>
                  <a:pt x="1760" y="192"/>
                  <a:pt x="1753" y="187"/>
                  <a:pt x="1744" y="182"/>
                </a:cubicBezTo>
                <a:cubicBezTo>
                  <a:pt x="1736" y="177"/>
                  <a:pt x="1726" y="173"/>
                  <a:pt x="1716" y="171"/>
                </a:cubicBezTo>
                <a:cubicBezTo>
                  <a:pt x="1705" y="168"/>
                  <a:pt x="1693" y="167"/>
                  <a:pt x="1681" y="167"/>
                </a:cubicBezTo>
                <a:cubicBezTo>
                  <a:pt x="1656" y="167"/>
                  <a:pt x="1633" y="171"/>
                  <a:pt x="1613" y="181"/>
                </a:cubicBezTo>
                <a:cubicBezTo>
                  <a:pt x="1592" y="190"/>
                  <a:pt x="1575" y="203"/>
                  <a:pt x="1561" y="220"/>
                </a:cubicBezTo>
                <a:cubicBezTo>
                  <a:pt x="1546" y="238"/>
                  <a:pt x="1535" y="259"/>
                  <a:pt x="1527" y="283"/>
                </a:cubicBezTo>
                <a:cubicBezTo>
                  <a:pt x="1519" y="308"/>
                  <a:pt x="1515" y="335"/>
                  <a:pt x="1515" y="365"/>
                </a:cubicBezTo>
                <a:cubicBezTo>
                  <a:pt x="1515" y="394"/>
                  <a:pt x="1519" y="420"/>
                  <a:pt x="1526" y="443"/>
                </a:cubicBezTo>
                <a:cubicBezTo>
                  <a:pt x="1534" y="465"/>
                  <a:pt x="1544" y="484"/>
                  <a:pt x="1558" y="500"/>
                </a:cubicBezTo>
                <a:cubicBezTo>
                  <a:pt x="1571" y="515"/>
                  <a:pt x="1587" y="526"/>
                  <a:pt x="1605" y="534"/>
                </a:cubicBezTo>
                <a:cubicBezTo>
                  <a:pt x="1624" y="542"/>
                  <a:pt x="1643" y="546"/>
                  <a:pt x="1665" y="546"/>
                </a:cubicBezTo>
                <a:cubicBezTo>
                  <a:pt x="1679" y="546"/>
                  <a:pt x="1693" y="544"/>
                  <a:pt x="1705" y="541"/>
                </a:cubicBezTo>
                <a:cubicBezTo>
                  <a:pt x="1717" y="538"/>
                  <a:pt x="1728" y="533"/>
                  <a:pt x="1737" y="528"/>
                </a:cubicBezTo>
                <a:cubicBezTo>
                  <a:pt x="1747" y="522"/>
                  <a:pt x="1756" y="515"/>
                  <a:pt x="1763" y="507"/>
                </a:cubicBezTo>
                <a:cubicBezTo>
                  <a:pt x="1771" y="499"/>
                  <a:pt x="1778" y="490"/>
                  <a:pt x="1783" y="480"/>
                </a:cubicBezTo>
                <a:cubicBezTo>
                  <a:pt x="1785" y="480"/>
                  <a:pt x="1785" y="480"/>
                  <a:pt x="1785" y="480"/>
                </a:cubicBezTo>
                <a:cubicBezTo>
                  <a:pt x="1785" y="537"/>
                  <a:pt x="1785" y="537"/>
                  <a:pt x="1785" y="537"/>
                </a:cubicBezTo>
                <a:lnTo>
                  <a:pt x="1866" y="537"/>
                </a:lnTo>
                <a:close/>
                <a:moveTo>
                  <a:pt x="1786" y="366"/>
                </a:moveTo>
                <a:cubicBezTo>
                  <a:pt x="1786" y="384"/>
                  <a:pt x="1783" y="399"/>
                  <a:pt x="1778" y="413"/>
                </a:cubicBezTo>
                <a:cubicBezTo>
                  <a:pt x="1773" y="427"/>
                  <a:pt x="1767" y="439"/>
                  <a:pt x="1758" y="449"/>
                </a:cubicBezTo>
                <a:cubicBezTo>
                  <a:pt x="1750" y="458"/>
                  <a:pt x="1740" y="466"/>
                  <a:pt x="1728" y="471"/>
                </a:cubicBezTo>
                <a:cubicBezTo>
                  <a:pt x="1717" y="476"/>
                  <a:pt x="1705" y="479"/>
                  <a:pt x="1692" y="479"/>
                </a:cubicBezTo>
                <a:cubicBezTo>
                  <a:pt x="1679" y="479"/>
                  <a:pt x="1667" y="477"/>
                  <a:pt x="1656" y="472"/>
                </a:cubicBezTo>
                <a:cubicBezTo>
                  <a:pt x="1644" y="467"/>
                  <a:pt x="1635" y="460"/>
                  <a:pt x="1626" y="450"/>
                </a:cubicBezTo>
                <a:cubicBezTo>
                  <a:pt x="1618" y="440"/>
                  <a:pt x="1612" y="428"/>
                  <a:pt x="1607" y="414"/>
                </a:cubicBezTo>
                <a:cubicBezTo>
                  <a:pt x="1602" y="399"/>
                  <a:pt x="1600" y="382"/>
                  <a:pt x="1600" y="363"/>
                </a:cubicBezTo>
                <a:cubicBezTo>
                  <a:pt x="1600" y="343"/>
                  <a:pt x="1602" y="325"/>
                  <a:pt x="1606" y="309"/>
                </a:cubicBezTo>
                <a:cubicBezTo>
                  <a:pt x="1610" y="294"/>
                  <a:pt x="1616" y="280"/>
                  <a:pt x="1624" y="269"/>
                </a:cubicBezTo>
                <a:cubicBezTo>
                  <a:pt x="1632" y="257"/>
                  <a:pt x="1642" y="249"/>
                  <a:pt x="1654" y="242"/>
                </a:cubicBezTo>
                <a:cubicBezTo>
                  <a:pt x="1667" y="236"/>
                  <a:pt x="1681" y="233"/>
                  <a:pt x="1697" y="233"/>
                </a:cubicBezTo>
                <a:cubicBezTo>
                  <a:pt x="1709" y="233"/>
                  <a:pt x="1721" y="236"/>
                  <a:pt x="1732" y="241"/>
                </a:cubicBezTo>
                <a:cubicBezTo>
                  <a:pt x="1743" y="245"/>
                  <a:pt x="1752" y="252"/>
                  <a:pt x="1760" y="260"/>
                </a:cubicBezTo>
                <a:cubicBezTo>
                  <a:pt x="1768" y="269"/>
                  <a:pt x="1774" y="279"/>
                  <a:pt x="1779" y="290"/>
                </a:cubicBezTo>
                <a:cubicBezTo>
                  <a:pt x="1783" y="301"/>
                  <a:pt x="1786" y="313"/>
                  <a:pt x="1786" y="326"/>
                </a:cubicBezTo>
                <a:lnTo>
                  <a:pt x="1786" y="366"/>
                </a:lnTo>
                <a:close/>
              </a:path>
            </a:pathLst>
          </a:custGeom>
          <a:solidFill>
            <a:srgbClr val="323232"/>
          </a:solidFill>
          <a:ln>
            <a:noFill/>
          </a:ln>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10129837" y="6126162"/>
            <a:ext cx="1849602" cy="394827"/>
          </a:xfrm>
          <a:prstGeom prst="rect">
            <a:avLst/>
          </a:prstGeom>
          <a:noFill/>
          <a:ln>
            <a:noFill/>
          </a:ln>
        </p:spPr>
      </p:pic>
    </p:spTree>
    <p:extLst>
      <p:ext uri="{BB962C8B-B14F-4D97-AF65-F5344CB8AC3E}">
        <p14:creationId xmlns:p14="http://schemas.microsoft.com/office/powerpoint/2010/main" val="3903120701"/>
      </p:ext>
    </p:extLst>
  </p:cSld>
  <p:clrMapOvr>
    <a:masterClrMapping/>
  </p:clrMapOvr>
  <p:transition>
    <p:fade/>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ultiple Shapes &amp; Color Background">
    <p:spTree>
      <p:nvGrpSpPr>
        <p:cNvPr id="1" name=""/>
        <p:cNvGrpSpPr/>
        <p:nvPr/>
      </p:nvGrpSpPr>
      <p:grpSpPr>
        <a:xfrm>
          <a:off x="0" y="0"/>
          <a:ext cx="0" cy="0"/>
          <a:chOff x="0" y="0"/>
          <a:chExt cx="0" cy="0"/>
        </a:xfrm>
      </p:grpSpPr>
      <p:sp>
        <p:nvSpPr>
          <p:cNvPr id="6" name="Picture Placeholder 12"/>
          <p:cNvSpPr>
            <a:spLocks noGrp="1"/>
          </p:cNvSpPr>
          <p:nvPr>
            <p:ph type="pic" sz="quarter" idx="17"/>
          </p:nvPr>
        </p:nvSpPr>
        <p:spPr>
          <a:xfrm>
            <a:off x="274638" y="2307518"/>
            <a:ext cx="1563194" cy="323299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7951"/>
              <a:gd name="connsiteX1" fmla="*/ 10057 w 10057"/>
              <a:gd name="connsiteY1" fmla="*/ 1452 h 7951"/>
              <a:gd name="connsiteX2" fmla="*/ 10054 w 10057"/>
              <a:gd name="connsiteY2" fmla="*/ 5606 h 7951"/>
              <a:gd name="connsiteX3" fmla="*/ 0 w 10057"/>
              <a:gd name="connsiteY3" fmla="*/ 7951 h 7951"/>
              <a:gd name="connsiteX4" fmla="*/ 9 w 10057"/>
              <a:gd name="connsiteY4" fmla="*/ 0 h 7951"/>
              <a:gd name="connsiteX0" fmla="*/ 9 w 10000"/>
              <a:gd name="connsiteY0" fmla="*/ 0 h 10000"/>
              <a:gd name="connsiteX1" fmla="*/ 10000 w 10000"/>
              <a:gd name="connsiteY1" fmla="*/ 1826 h 10000"/>
              <a:gd name="connsiteX2" fmla="*/ 9997 w 10000"/>
              <a:gd name="connsiteY2" fmla="*/ 705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1826 h 10000"/>
              <a:gd name="connsiteX2" fmla="*/ 9969 w 10000"/>
              <a:gd name="connsiteY2" fmla="*/ 713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2854 h 10000"/>
              <a:gd name="connsiteX2" fmla="*/ 9969 w 10000"/>
              <a:gd name="connsiteY2" fmla="*/ 7131 h 10000"/>
              <a:gd name="connsiteX3" fmla="*/ 0 w 10000"/>
              <a:gd name="connsiteY3" fmla="*/ 10000 h 10000"/>
              <a:gd name="connsiteX4" fmla="*/ 9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9" y="0"/>
                </a:moveTo>
                <a:lnTo>
                  <a:pt x="10000" y="2854"/>
                </a:lnTo>
                <a:cubicBezTo>
                  <a:pt x="9998" y="7335"/>
                  <a:pt x="9970" y="2648"/>
                  <a:pt x="9969" y="7131"/>
                </a:cubicBezTo>
                <a:cubicBezTo>
                  <a:pt x="9964" y="7082"/>
                  <a:pt x="-38" y="10005"/>
                  <a:pt x="0" y="10000"/>
                </a:cubicBezTo>
                <a:cubicBezTo>
                  <a:pt x="6" y="5808"/>
                  <a:pt x="3" y="4192"/>
                  <a:pt x="9" y="0"/>
                </a:cubicBezTo>
                <a:close/>
              </a:path>
            </a:pathLst>
          </a:custGeom>
        </p:spPr>
        <p:txBody>
          <a:bodyPr anchor="ctr" anchorCtr="0">
            <a:normAutofit/>
          </a:bodyPr>
          <a:lstStyle>
            <a:lvl1pPr marL="0" marR="0" indent="0" algn="l" defTabSz="1243266" rtl="0" eaLnBrk="1" fontAlgn="base" latinLnBrk="0" hangingPunct="1">
              <a:lnSpc>
                <a:spcPct val="95000"/>
              </a:lnSpc>
              <a:spcBef>
                <a:spcPts val="0"/>
              </a:spcBef>
              <a:spcAft>
                <a:spcPts val="0"/>
              </a:spcAft>
              <a:buClr>
                <a:schemeClr val="accent1"/>
              </a:buClr>
              <a:buSzPct val="110000"/>
              <a:buFont typeface="Avenir LT Pro 45 Book" charset="0"/>
              <a:buNone/>
              <a:tabLst/>
              <a:defRPr sz="1600"/>
            </a:lvl1pPr>
          </a:lstStyle>
          <a:p>
            <a:r>
              <a:rPr lang="en-US" smtClean="0"/>
              <a:t>Click icon to add picture</a:t>
            </a:r>
            <a:endParaRPr lang="en-US" dirty="0"/>
          </a:p>
        </p:txBody>
      </p:sp>
      <p:sp>
        <p:nvSpPr>
          <p:cNvPr id="8" name="Picture Placeholder 12"/>
          <p:cNvSpPr>
            <a:spLocks noGrp="1"/>
          </p:cNvSpPr>
          <p:nvPr>
            <p:ph type="pic" sz="quarter" idx="18"/>
          </p:nvPr>
        </p:nvSpPr>
        <p:spPr>
          <a:xfrm>
            <a:off x="4745014" y="2301239"/>
            <a:ext cx="3232905" cy="324554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anchor="ctr" anchorCtr="0">
            <a:normAutofit/>
          </a:bodyPr>
          <a:lstStyle>
            <a:lvl1pPr>
              <a:defRPr sz="1600"/>
            </a:lvl1pPr>
          </a:lstStyle>
          <a:p>
            <a:r>
              <a:rPr lang="en-US" smtClean="0"/>
              <a:t>Click icon to add picture</a:t>
            </a:r>
            <a:endParaRPr lang="en-US" dirty="0"/>
          </a:p>
        </p:txBody>
      </p:sp>
      <p:sp>
        <p:nvSpPr>
          <p:cNvPr id="9" name="Picture Placeholder 12"/>
          <p:cNvSpPr>
            <a:spLocks noGrp="1"/>
          </p:cNvSpPr>
          <p:nvPr>
            <p:ph type="pic" sz="quarter" idx="19"/>
          </p:nvPr>
        </p:nvSpPr>
        <p:spPr>
          <a:xfrm>
            <a:off x="8258122" y="2302035"/>
            <a:ext cx="3903716" cy="3243962"/>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47"/>
              <a:gd name="connsiteY0" fmla="*/ 0 h 10000"/>
              <a:gd name="connsiteX1" fmla="*/ 10046 w 10047"/>
              <a:gd name="connsiteY1" fmla="*/ 693 h 10000"/>
              <a:gd name="connsiteX2" fmla="*/ 10043 w 10047"/>
              <a:gd name="connsiteY2" fmla="*/ 9284 h 10000"/>
              <a:gd name="connsiteX3" fmla="*/ 0 w 10047"/>
              <a:gd name="connsiteY3" fmla="*/ 10000 h 10000"/>
              <a:gd name="connsiteX4" fmla="*/ 9 w 10047"/>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7" h="10000">
                <a:moveTo>
                  <a:pt x="9" y="0"/>
                </a:moveTo>
                <a:cubicBezTo>
                  <a:pt x="-9" y="5"/>
                  <a:pt x="5027" y="346"/>
                  <a:pt x="10046" y="693"/>
                </a:cubicBezTo>
                <a:cubicBezTo>
                  <a:pt x="10052" y="3075"/>
                  <a:pt x="10037" y="6902"/>
                  <a:pt x="10043" y="9284"/>
                </a:cubicBezTo>
                <a:lnTo>
                  <a:pt x="0" y="10000"/>
                </a:lnTo>
                <a:cubicBezTo>
                  <a:pt x="6" y="6667"/>
                  <a:pt x="4" y="5000"/>
                  <a:pt x="9" y="0"/>
                </a:cubicBezTo>
                <a:close/>
              </a:path>
            </a:pathLst>
          </a:custGeom>
        </p:spPr>
        <p:txBody>
          <a:bodyPr anchor="ctr" anchorCtr="0">
            <a:normAutofit/>
          </a:bodyPr>
          <a:lstStyle>
            <a:lvl1pPr>
              <a:defRPr sz="1600"/>
            </a:lvl1pPr>
          </a:lstStyle>
          <a:p>
            <a:r>
              <a:rPr lang="en-US" smtClean="0"/>
              <a:t>Click icon to add picture</a:t>
            </a:r>
            <a:endParaRPr lang="en-US" dirty="0"/>
          </a:p>
        </p:txBody>
      </p:sp>
      <p:sp>
        <p:nvSpPr>
          <p:cNvPr id="10" name="Picture Placeholder 12"/>
          <p:cNvSpPr>
            <a:spLocks noGrp="1"/>
          </p:cNvSpPr>
          <p:nvPr>
            <p:ph type="pic" sz="quarter" idx="20"/>
          </p:nvPr>
        </p:nvSpPr>
        <p:spPr>
          <a:xfrm>
            <a:off x="2118039" y="2301050"/>
            <a:ext cx="2346769" cy="3245927"/>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7951"/>
              <a:gd name="connsiteX1" fmla="*/ 10057 w 10057"/>
              <a:gd name="connsiteY1" fmla="*/ 1452 h 7951"/>
              <a:gd name="connsiteX2" fmla="*/ 10054 w 10057"/>
              <a:gd name="connsiteY2" fmla="*/ 5606 h 7951"/>
              <a:gd name="connsiteX3" fmla="*/ 0 w 10057"/>
              <a:gd name="connsiteY3" fmla="*/ 7951 h 7951"/>
              <a:gd name="connsiteX4" fmla="*/ 9 w 10057"/>
              <a:gd name="connsiteY4" fmla="*/ 0 h 7951"/>
              <a:gd name="connsiteX0" fmla="*/ 9 w 10000"/>
              <a:gd name="connsiteY0" fmla="*/ 0 h 10000"/>
              <a:gd name="connsiteX1" fmla="*/ 10000 w 10000"/>
              <a:gd name="connsiteY1" fmla="*/ 1826 h 10000"/>
              <a:gd name="connsiteX2" fmla="*/ 9997 w 10000"/>
              <a:gd name="connsiteY2" fmla="*/ 705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1826 h 10000"/>
              <a:gd name="connsiteX2" fmla="*/ 9969 w 10000"/>
              <a:gd name="connsiteY2" fmla="*/ 713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2854 h 10000"/>
              <a:gd name="connsiteX2" fmla="*/ 9969 w 10000"/>
              <a:gd name="connsiteY2" fmla="*/ 7131 h 10000"/>
              <a:gd name="connsiteX3" fmla="*/ 0 w 10000"/>
              <a:gd name="connsiteY3" fmla="*/ 10000 h 10000"/>
              <a:gd name="connsiteX4" fmla="*/ 9 w 10000"/>
              <a:gd name="connsiteY4" fmla="*/ 0 h 10000"/>
              <a:gd name="connsiteX0" fmla="*/ 9 w 15000"/>
              <a:gd name="connsiteY0" fmla="*/ 0 h 10000"/>
              <a:gd name="connsiteX1" fmla="*/ 15000 w 15000"/>
              <a:gd name="connsiteY1" fmla="*/ 2173 h 10000"/>
              <a:gd name="connsiteX2" fmla="*/ 9969 w 15000"/>
              <a:gd name="connsiteY2" fmla="*/ 7131 h 10000"/>
              <a:gd name="connsiteX3" fmla="*/ 0 w 15000"/>
              <a:gd name="connsiteY3" fmla="*/ 10000 h 10000"/>
              <a:gd name="connsiteX4" fmla="*/ 9 w 15000"/>
              <a:gd name="connsiteY4" fmla="*/ 0 h 10000"/>
              <a:gd name="connsiteX0" fmla="*/ 9 w 15024"/>
              <a:gd name="connsiteY0" fmla="*/ 0 h 10000"/>
              <a:gd name="connsiteX1" fmla="*/ 15000 w 15024"/>
              <a:gd name="connsiteY1" fmla="*/ 2173 h 10000"/>
              <a:gd name="connsiteX2" fmla="*/ 15024 w 15024"/>
              <a:gd name="connsiteY2" fmla="*/ 7919 h 10000"/>
              <a:gd name="connsiteX3" fmla="*/ 0 w 15024"/>
              <a:gd name="connsiteY3" fmla="*/ 10000 h 10000"/>
              <a:gd name="connsiteX4" fmla="*/ 9 w 15024"/>
              <a:gd name="connsiteY4" fmla="*/ 0 h 10000"/>
              <a:gd name="connsiteX0" fmla="*/ 9 w 15024"/>
              <a:gd name="connsiteY0" fmla="*/ 0 h 10000"/>
              <a:gd name="connsiteX1" fmla="*/ 15000 w 15024"/>
              <a:gd name="connsiteY1" fmla="*/ 2173 h 10000"/>
              <a:gd name="connsiteX2" fmla="*/ 15024 w 15024"/>
              <a:gd name="connsiteY2" fmla="*/ 7906 h 10000"/>
              <a:gd name="connsiteX3" fmla="*/ 0 w 15024"/>
              <a:gd name="connsiteY3" fmla="*/ 10000 h 10000"/>
              <a:gd name="connsiteX4" fmla="*/ 9 w 15024"/>
              <a:gd name="connsiteY4" fmla="*/ 0 h 10000"/>
              <a:gd name="connsiteX0" fmla="*/ 1 w 15016"/>
              <a:gd name="connsiteY0" fmla="*/ 0 h 10053"/>
              <a:gd name="connsiteX1" fmla="*/ 14992 w 15016"/>
              <a:gd name="connsiteY1" fmla="*/ 2173 h 10053"/>
              <a:gd name="connsiteX2" fmla="*/ 15016 w 15016"/>
              <a:gd name="connsiteY2" fmla="*/ 7906 h 10053"/>
              <a:gd name="connsiteX3" fmla="*/ 20 w 15016"/>
              <a:gd name="connsiteY3" fmla="*/ 10053 h 10053"/>
              <a:gd name="connsiteX4" fmla="*/ 1 w 15016"/>
              <a:gd name="connsiteY4" fmla="*/ 0 h 10053"/>
              <a:gd name="connsiteX0" fmla="*/ 9 w 15024"/>
              <a:gd name="connsiteY0" fmla="*/ 0 h 10040"/>
              <a:gd name="connsiteX1" fmla="*/ 15000 w 15024"/>
              <a:gd name="connsiteY1" fmla="*/ 2173 h 10040"/>
              <a:gd name="connsiteX2" fmla="*/ 15024 w 15024"/>
              <a:gd name="connsiteY2" fmla="*/ 7906 h 10040"/>
              <a:gd name="connsiteX3" fmla="*/ 0 w 15024"/>
              <a:gd name="connsiteY3" fmla="*/ 10040 h 10040"/>
              <a:gd name="connsiteX4" fmla="*/ 9 w 15024"/>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48"/>
              <a:gd name="connsiteY0" fmla="*/ 0 h 10040"/>
              <a:gd name="connsiteX1" fmla="*/ 15139 w 15148"/>
              <a:gd name="connsiteY1" fmla="*/ 2200 h 10040"/>
              <a:gd name="connsiteX2" fmla="*/ 15135 w 15148"/>
              <a:gd name="connsiteY2" fmla="*/ 7906 h 10040"/>
              <a:gd name="connsiteX3" fmla="*/ 0 w 15148"/>
              <a:gd name="connsiteY3" fmla="*/ 10040 h 10040"/>
              <a:gd name="connsiteX4" fmla="*/ 9 w 15148"/>
              <a:gd name="connsiteY4" fmla="*/ 0 h 10040"/>
              <a:gd name="connsiteX0" fmla="*/ 9 w 15143"/>
              <a:gd name="connsiteY0" fmla="*/ 0 h 10040"/>
              <a:gd name="connsiteX1" fmla="*/ 15111 w 15143"/>
              <a:gd name="connsiteY1" fmla="*/ 2240 h 10040"/>
              <a:gd name="connsiteX2" fmla="*/ 15135 w 15143"/>
              <a:gd name="connsiteY2" fmla="*/ 7906 h 10040"/>
              <a:gd name="connsiteX3" fmla="*/ 0 w 15143"/>
              <a:gd name="connsiteY3" fmla="*/ 10040 h 10040"/>
              <a:gd name="connsiteX4" fmla="*/ 9 w 15143"/>
              <a:gd name="connsiteY4" fmla="*/ 0 h 10040"/>
              <a:gd name="connsiteX0" fmla="*/ 9 w 15141"/>
              <a:gd name="connsiteY0" fmla="*/ 0 h 10040"/>
              <a:gd name="connsiteX1" fmla="*/ 15083 w 15141"/>
              <a:gd name="connsiteY1" fmla="*/ 2187 h 10040"/>
              <a:gd name="connsiteX2" fmla="*/ 15135 w 15141"/>
              <a:gd name="connsiteY2" fmla="*/ 7906 h 10040"/>
              <a:gd name="connsiteX3" fmla="*/ 0 w 15141"/>
              <a:gd name="connsiteY3" fmla="*/ 10040 h 10040"/>
              <a:gd name="connsiteX4" fmla="*/ 9 w 15141"/>
              <a:gd name="connsiteY4" fmla="*/ 0 h 10040"/>
              <a:gd name="connsiteX0" fmla="*/ 9 w 15083"/>
              <a:gd name="connsiteY0" fmla="*/ 0 h 10040"/>
              <a:gd name="connsiteX1" fmla="*/ 15083 w 15083"/>
              <a:gd name="connsiteY1" fmla="*/ 2187 h 10040"/>
              <a:gd name="connsiteX2" fmla="*/ 15052 w 15083"/>
              <a:gd name="connsiteY2" fmla="*/ 7906 h 10040"/>
              <a:gd name="connsiteX3" fmla="*/ 0 w 15083"/>
              <a:gd name="connsiteY3" fmla="*/ 10040 h 10040"/>
              <a:gd name="connsiteX4" fmla="*/ 9 w 15083"/>
              <a:gd name="connsiteY4" fmla="*/ 0 h 10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83" h="10040">
                <a:moveTo>
                  <a:pt x="9" y="0"/>
                </a:moveTo>
                <a:lnTo>
                  <a:pt x="15083" y="2187"/>
                </a:lnTo>
                <a:cubicBezTo>
                  <a:pt x="15081" y="2167"/>
                  <a:pt x="15081" y="7843"/>
                  <a:pt x="15052" y="7906"/>
                </a:cubicBezTo>
                <a:cubicBezTo>
                  <a:pt x="15047" y="7857"/>
                  <a:pt x="-38" y="10045"/>
                  <a:pt x="0" y="10040"/>
                </a:cubicBezTo>
                <a:cubicBezTo>
                  <a:pt x="6" y="5848"/>
                  <a:pt x="3" y="4192"/>
                  <a:pt x="9" y="0"/>
                </a:cubicBezTo>
                <a:close/>
              </a:path>
            </a:pathLst>
          </a:custGeom>
        </p:spPr>
        <p:txBody>
          <a:bodyPr anchor="ctr" anchorCtr="0">
            <a:normAutofit/>
          </a:bodyPr>
          <a:lstStyle>
            <a:lvl1pPr marL="0" marR="0" indent="0" algn="l" defTabSz="1243266" rtl="0" eaLnBrk="1" fontAlgn="base" latinLnBrk="0" hangingPunct="1">
              <a:lnSpc>
                <a:spcPct val="95000"/>
              </a:lnSpc>
              <a:spcBef>
                <a:spcPts val="0"/>
              </a:spcBef>
              <a:spcAft>
                <a:spcPts val="0"/>
              </a:spcAft>
              <a:buClr>
                <a:schemeClr val="accent1"/>
              </a:buClr>
              <a:buSzPct val="110000"/>
              <a:buFont typeface="Avenir LT Pro 45 Book" charset="0"/>
              <a:buNone/>
              <a:tabLst/>
              <a:defRPr sz="1600"/>
            </a:lvl1pPr>
          </a:lstStyle>
          <a:p>
            <a:r>
              <a:rPr lang="en-US" smtClean="0"/>
              <a:t>Click icon to add picture</a:t>
            </a:r>
            <a:endParaRPr lang="en-US" dirty="0"/>
          </a:p>
        </p:txBody>
      </p:sp>
      <p:sp>
        <p:nvSpPr>
          <p:cNvPr id="2" name="Title 1"/>
          <p:cNvSpPr>
            <a:spLocks noGrp="1"/>
          </p:cNvSpPr>
          <p:nvPr>
            <p:ph type="title" hasCustomPrompt="1"/>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1554597292"/>
      </p:ext>
    </p:extLst>
  </p:cSld>
  <p:clrMapOvr>
    <a:masterClrMapping/>
  </p:clrMapOvr>
  <p:transition>
    <p:fade/>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Wingdings" panose="05000000000000000000" pitchFamily="2" charset="2"/>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Wingdings" panose="05000000000000000000" pitchFamily="2" charset="2"/>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Wingdings" panose="05000000000000000000" pitchFamily="2" charset="2"/>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Wingdings" panose="05000000000000000000" pitchFamily="2" charset="2"/>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Wingdings" panose="05000000000000000000" pitchFamily="2" charset="2"/>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C9E"/>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478965689"/>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6540" y="5783263"/>
            <a:ext cx="11885298" cy="902608"/>
          </a:xfrm>
          <a:noFill/>
        </p:spPr>
        <p:txBody>
          <a:bodyPr lIns="146304" tIns="109728" rIns="146304" bIns="109728" anchor="b">
            <a:noAutofit/>
          </a:bodyPr>
          <a:lstStyle>
            <a:lvl1pPr marL="0" indent="0">
              <a:spcBef>
                <a:spcPts val="0"/>
              </a:spcBef>
              <a:buNone/>
              <a:defRPr sz="2000" spc="0" baseline="0">
                <a:gradFill>
                  <a:gsLst>
                    <a:gs pos="0">
                      <a:schemeClr val="tx1"/>
                    </a:gs>
                    <a:gs pos="100000">
                      <a:schemeClr val="tx1"/>
                    </a:gs>
                  </a:gsLst>
                  <a:lin ang="5400000" scaled="0"/>
                </a:gradFill>
                <a:latin typeface="+mn-lt"/>
              </a:defRPr>
            </a:lvl1pPr>
          </a:lstStyle>
          <a:p>
            <a:pPr lvl="0"/>
            <a:r>
              <a:rPr lang="en-US" dirty="0" smtClean="0"/>
              <a:t>Speaker Name</a:t>
            </a:r>
          </a:p>
        </p:txBody>
      </p:sp>
      <p:sp>
        <p:nvSpPr>
          <p:cNvPr id="9" name="Title 1"/>
          <p:cNvSpPr>
            <a:spLocks noGrp="1"/>
          </p:cNvSpPr>
          <p:nvPr>
            <p:ph type="title" hasCustomPrompt="1"/>
          </p:nvPr>
        </p:nvSpPr>
        <p:spPr>
          <a:xfrm>
            <a:off x="274702" y="2117165"/>
            <a:ext cx="11887135" cy="1837298"/>
          </a:xfrm>
          <a:noFill/>
        </p:spPr>
        <p:txBody>
          <a:bodyPr lIns="146304" tIns="91440" rIns="146304" bIns="91440" anchor="t" anchorCtr="0"/>
          <a:lstStyle>
            <a:lvl1pPr>
              <a:defRPr sz="5400" spc="-100" baseline="0">
                <a:gradFill>
                  <a:gsLst>
                    <a:gs pos="3333">
                      <a:schemeClr val="tx1"/>
                    </a:gs>
                    <a:gs pos="39000">
                      <a:schemeClr val="tx1"/>
                    </a:gs>
                  </a:gsLst>
                  <a:lin ang="5400000" scaled="0"/>
                </a:gradFill>
              </a:defRPr>
            </a:lvl1pPr>
          </a:lstStyle>
          <a:p>
            <a:r>
              <a:rPr lang="en-US" dirty="0" smtClean="0"/>
              <a:t>Presentation title</a:t>
            </a:r>
            <a:endParaRPr lang="en-US" dirty="0"/>
          </a:p>
        </p:txBody>
      </p:sp>
    </p:spTree>
    <p:extLst>
      <p:ext uri="{BB962C8B-B14F-4D97-AF65-F5344CB8AC3E}">
        <p14:creationId xmlns:p14="http://schemas.microsoft.com/office/powerpoint/2010/main" val="8619209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4406">
          <p15:clr>
            <a:srgbClr val="C35E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2">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6540" y="5783263"/>
            <a:ext cx="9142098" cy="902608"/>
          </a:xfrm>
          <a:noFill/>
        </p:spPr>
        <p:txBody>
          <a:bodyPr lIns="146304" tIns="109728" rIns="146304" bIns="109728" anchor="b">
            <a:noAutofit/>
          </a:bodyPr>
          <a:lstStyle>
            <a:lvl1pPr marL="0" indent="0">
              <a:spcBef>
                <a:spcPts val="0"/>
              </a:spcBef>
              <a:buNone/>
              <a:defRPr sz="2000" spc="0" baseline="0">
                <a:gradFill>
                  <a:gsLst>
                    <a:gs pos="0">
                      <a:schemeClr val="tx1"/>
                    </a:gs>
                    <a:gs pos="100000">
                      <a:schemeClr val="tx1"/>
                    </a:gs>
                  </a:gsLst>
                  <a:lin ang="5400000" scaled="0"/>
                </a:gradFill>
                <a:latin typeface="+mn-lt"/>
              </a:defRPr>
            </a:lvl1pPr>
          </a:lstStyle>
          <a:p>
            <a:pPr lvl="0"/>
            <a:r>
              <a:rPr lang="en-US" dirty="0" smtClean="0"/>
              <a:t>Speaker Name</a:t>
            </a:r>
          </a:p>
        </p:txBody>
      </p:sp>
      <p:sp>
        <p:nvSpPr>
          <p:cNvPr id="9" name="Title 1"/>
          <p:cNvSpPr>
            <a:spLocks noGrp="1"/>
          </p:cNvSpPr>
          <p:nvPr>
            <p:ph type="title" hasCustomPrompt="1"/>
          </p:nvPr>
        </p:nvSpPr>
        <p:spPr>
          <a:xfrm>
            <a:off x="274702" y="2117165"/>
            <a:ext cx="11887135" cy="1837298"/>
          </a:xfrm>
          <a:noFill/>
        </p:spPr>
        <p:txBody>
          <a:bodyPr lIns="146304" tIns="91440" rIns="146304" bIns="91440" anchor="t" anchorCtr="0"/>
          <a:lstStyle>
            <a:lvl1pPr>
              <a:defRPr sz="5400" spc="-100" baseline="0">
                <a:gradFill>
                  <a:gsLst>
                    <a:gs pos="3333">
                      <a:schemeClr val="tx1"/>
                    </a:gs>
                    <a:gs pos="39000">
                      <a:schemeClr val="tx1"/>
                    </a:gs>
                  </a:gsLst>
                  <a:lin ang="5400000" scaled="0"/>
                </a:gradFill>
              </a:defRPr>
            </a:lvl1pPr>
          </a:lstStyle>
          <a:p>
            <a:r>
              <a:rPr lang="en-US" dirty="0" smtClean="0"/>
              <a:t>Presentation title</a:t>
            </a:r>
            <a:endParaRPr lang="en-US" dirty="0"/>
          </a:p>
        </p:txBody>
      </p:sp>
      <p:sp>
        <p:nvSpPr>
          <p:cNvPr id="4" name="Freeform 3"/>
          <p:cNvSpPr>
            <a:spLocks noChangeAspect="1" noEditPoints="1"/>
          </p:cNvSpPr>
          <p:nvPr userDrawn="1"/>
        </p:nvSpPr>
        <p:spPr bwMode="black">
          <a:xfrm>
            <a:off x="10332993" y="6103269"/>
            <a:ext cx="1639861" cy="411480"/>
          </a:xfrm>
          <a:custGeom>
            <a:avLst/>
            <a:gdLst>
              <a:gd name="T0" fmla="*/ 336 w 2176"/>
              <a:gd name="T1" fmla="*/ 2 h 546"/>
              <a:gd name="T2" fmla="*/ 269 w 2176"/>
              <a:gd name="T3" fmla="*/ 2 h 546"/>
              <a:gd name="T4" fmla="*/ 48 w 2176"/>
              <a:gd name="T5" fmla="*/ 538 h 546"/>
              <a:gd name="T6" fmla="*/ 2128 w 2176"/>
              <a:gd name="T7" fmla="*/ 2 h 546"/>
              <a:gd name="T8" fmla="*/ 2176 w 2176"/>
              <a:gd name="T9" fmla="*/ 2 h 546"/>
              <a:gd name="T10" fmla="*/ 1049 w 2176"/>
              <a:gd name="T11" fmla="*/ 175 h 546"/>
              <a:gd name="T12" fmla="*/ 1025 w 2176"/>
              <a:gd name="T13" fmla="*/ 454 h 546"/>
              <a:gd name="T14" fmla="*/ 937 w 2176"/>
              <a:gd name="T15" fmla="*/ 473 h 546"/>
              <a:gd name="T16" fmla="*/ 892 w 2176"/>
              <a:gd name="T17" fmla="*/ 384 h 546"/>
              <a:gd name="T18" fmla="*/ 809 w 2176"/>
              <a:gd name="T19" fmla="*/ 394 h 546"/>
              <a:gd name="T20" fmla="*/ 975 w 2176"/>
              <a:gd name="T21" fmla="*/ 540 h 546"/>
              <a:gd name="T22" fmla="*/ 1048 w 2176"/>
              <a:gd name="T23" fmla="*/ 482 h 546"/>
              <a:gd name="T24" fmla="*/ 1131 w 2176"/>
              <a:gd name="T25" fmla="*/ 536 h 546"/>
              <a:gd name="T26" fmla="*/ 1293 w 2176"/>
              <a:gd name="T27" fmla="*/ 14 h 546"/>
              <a:gd name="T28" fmla="*/ 1238 w 2176"/>
              <a:gd name="T29" fmla="*/ 3 h 546"/>
              <a:gd name="T30" fmla="*/ 1207 w 2176"/>
              <a:gd name="T31" fmla="*/ 48 h 546"/>
              <a:gd name="T32" fmla="*/ 1237 w 2176"/>
              <a:gd name="T33" fmla="*/ 91 h 546"/>
              <a:gd name="T34" fmla="*/ 1293 w 2176"/>
              <a:gd name="T35" fmla="*/ 81 h 546"/>
              <a:gd name="T36" fmla="*/ 1216 w 2176"/>
              <a:gd name="T37" fmla="*/ 536 h 546"/>
              <a:gd name="T38" fmla="*/ 1216 w 2176"/>
              <a:gd name="T39" fmla="*/ 175 h 546"/>
              <a:gd name="T40" fmla="*/ 1457 w 2176"/>
              <a:gd name="T41" fmla="*/ 536 h 546"/>
              <a:gd name="T42" fmla="*/ 1376 w 2176"/>
              <a:gd name="T43" fmla="*/ 536 h 546"/>
              <a:gd name="T44" fmla="*/ 729 w 2176"/>
              <a:gd name="T45" fmla="*/ 213 h 546"/>
              <a:gd name="T46" fmla="*/ 573 w 2176"/>
              <a:gd name="T47" fmla="*/ 163 h 546"/>
              <a:gd name="T48" fmla="*/ 491 w 2176"/>
              <a:gd name="T49" fmla="*/ 226 h 546"/>
              <a:gd name="T50" fmla="*/ 460 w 2176"/>
              <a:gd name="T51" fmla="*/ 2 h 546"/>
              <a:gd name="T52" fmla="*/ 489 w 2176"/>
              <a:gd name="T53" fmla="*/ 537 h 546"/>
              <a:gd name="T54" fmla="*/ 509 w 2176"/>
              <a:gd name="T55" fmla="*/ 512 h 546"/>
              <a:gd name="T56" fmla="*/ 596 w 2176"/>
              <a:gd name="T57" fmla="*/ 546 h 546"/>
              <a:gd name="T58" fmla="*/ 754 w 2176"/>
              <a:gd name="T59" fmla="*/ 423 h 546"/>
              <a:gd name="T60" fmla="*/ 671 w 2176"/>
              <a:gd name="T61" fmla="*/ 400 h 546"/>
              <a:gd name="T62" fmla="*/ 578 w 2176"/>
              <a:gd name="T63" fmla="*/ 478 h 546"/>
              <a:gd name="T64" fmla="*/ 495 w 2176"/>
              <a:gd name="T65" fmla="*/ 421 h 546"/>
              <a:gd name="T66" fmla="*/ 496 w 2176"/>
              <a:gd name="T67" fmla="*/ 291 h 546"/>
              <a:gd name="T68" fmla="*/ 586 w 2176"/>
              <a:gd name="T69" fmla="*/ 226 h 546"/>
              <a:gd name="T70" fmla="*/ 672 w 2176"/>
              <a:gd name="T71" fmla="*/ 293 h 546"/>
              <a:gd name="T72" fmla="*/ 1866 w 2176"/>
              <a:gd name="T73" fmla="*/ 2 h 546"/>
              <a:gd name="T74" fmla="*/ 1783 w 2176"/>
              <a:gd name="T75" fmla="*/ 220 h 546"/>
              <a:gd name="T76" fmla="*/ 1716 w 2176"/>
              <a:gd name="T77" fmla="*/ 171 h 546"/>
              <a:gd name="T78" fmla="*/ 1561 w 2176"/>
              <a:gd name="T79" fmla="*/ 220 h 546"/>
              <a:gd name="T80" fmla="*/ 1526 w 2176"/>
              <a:gd name="T81" fmla="*/ 443 h 546"/>
              <a:gd name="T82" fmla="*/ 1665 w 2176"/>
              <a:gd name="T83" fmla="*/ 546 h 546"/>
              <a:gd name="T84" fmla="*/ 1763 w 2176"/>
              <a:gd name="T85" fmla="*/ 507 h 546"/>
              <a:gd name="T86" fmla="*/ 1785 w 2176"/>
              <a:gd name="T87" fmla="*/ 537 h 546"/>
              <a:gd name="T88" fmla="*/ 1778 w 2176"/>
              <a:gd name="T89" fmla="*/ 413 h 546"/>
              <a:gd name="T90" fmla="*/ 1692 w 2176"/>
              <a:gd name="T91" fmla="*/ 479 h 546"/>
              <a:gd name="T92" fmla="*/ 1607 w 2176"/>
              <a:gd name="T93" fmla="*/ 414 h 546"/>
              <a:gd name="T94" fmla="*/ 1624 w 2176"/>
              <a:gd name="T95" fmla="*/ 269 h 546"/>
              <a:gd name="T96" fmla="*/ 1732 w 2176"/>
              <a:gd name="T97" fmla="*/ 241 h 546"/>
              <a:gd name="T98" fmla="*/ 1786 w 2176"/>
              <a:gd name="T99" fmla="*/ 326 h 5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76" h="546">
                <a:moveTo>
                  <a:pt x="163" y="538"/>
                </a:moveTo>
                <a:cubicBezTo>
                  <a:pt x="116" y="538"/>
                  <a:pt x="116" y="538"/>
                  <a:pt x="116" y="538"/>
                </a:cubicBezTo>
                <a:cubicBezTo>
                  <a:pt x="336" y="2"/>
                  <a:pt x="336" y="2"/>
                  <a:pt x="336" y="2"/>
                </a:cubicBezTo>
                <a:cubicBezTo>
                  <a:pt x="384" y="2"/>
                  <a:pt x="384" y="2"/>
                  <a:pt x="384" y="2"/>
                </a:cubicBezTo>
                <a:lnTo>
                  <a:pt x="163" y="538"/>
                </a:lnTo>
                <a:close/>
                <a:moveTo>
                  <a:pt x="269" y="2"/>
                </a:moveTo>
                <a:cubicBezTo>
                  <a:pt x="221" y="2"/>
                  <a:pt x="221" y="2"/>
                  <a:pt x="221" y="2"/>
                </a:cubicBezTo>
                <a:cubicBezTo>
                  <a:pt x="0" y="538"/>
                  <a:pt x="0" y="538"/>
                  <a:pt x="0" y="538"/>
                </a:cubicBezTo>
                <a:cubicBezTo>
                  <a:pt x="48" y="538"/>
                  <a:pt x="48" y="538"/>
                  <a:pt x="48" y="538"/>
                </a:cubicBezTo>
                <a:lnTo>
                  <a:pt x="269" y="2"/>
                </a:lnTo>
                <a:close/>
                <a:moveTo>
                  <a:pt x="2176" y="2"/>
                </a:moveTo>
                <a:cubicBezTo>
                  <a:pt x="2128" y="2"/>
                  <a:pt x="2128" y="2"/>
                  <a:pt x="2128" y="2"/>
                </a:cubicBezTo>
                <a:cubicBezTo>
                  <a:pt x="1908" y="538"/>
                  <a:pt x="1908" y="538"/>
                  <a:pt x="1908" y="538"/>
                </a:cubicBezTo>
                <a:cubicBezTo>
                  <a:pt x="1955" y="538"/>
                  <a:pt x="1955" y="538"/>
                  <a:pt x="1955" y="538"/>
                </a:cubicBezTo>
                <a:lnTo>
                  <a:pt x="2176" y="2"/>
                </a:lnTo>
                <a:close/>
                <a:moveTo>
                  <a:pt x="1131" y="536"/>
                </a:moveTo>
                <a:cubicBezTo>
                  <a:pt x="1131" y="175"/>
                  <a:pt x="1131" y="175"/>
                  <a:pt x="1131" y="175"/>
                </a:cubicBezTo>
                <a:cubicBezTo>
                  <a:pt x="1049" y="175"/>
                  <a:pt x="1049" y="175"/>
                  <a:pt x="1049" y="175"/>
                </a:cubicBezTo>
                <a:cubicBezTo>
                  <a:pt x="1049" y="384"/>
                  <a:pt x="1049" y="384"/>
                  <a:pt x="1049" y="384"/>
                </a:cubicBezTo>
                <a:cubicBezTo>
                  <a:pt x="1049" y="399"/>
                  <a:pt x="1047" y="412"/>
                  <a:pt x="1042" y="424"/>
                </a:cubicBezTo>
                <a:cubicBezTo>
                  <a:pt x="1038" y="436"/>
                  <a:pt x="1032" y="446"/>
                  <a:pt x="1025" y="454"/>
                </a:cubicBezTo>
                <a:cubicBezTo>
                  <a:pt x="1017" y="462"/>
                  <a:pt x="1009" y="468"/>
                  <a:pt x="999" y="472"/>
                </a:cubicBezTo>
                <a:cubicBezTo>
                  <a:pt x="989" y="476"/>
                  <a:pt x="978" y="478"/>
                  <a:pt x="967" y="478"/>
                </a:cubicBezTo>
                <a:cubicBezTo>
                  <a:pt x="956" y="478"/>
                  <a:pt x="946" y="476"/>
                  <a:pt x="937" y="473"/>
                </a:cubicBezTo>
                <a:cubicBezTo>
                  <a:pt x="927" y="470"/>
                  <a:pt x="920" y="464"/>
                  <a:pt x="913" y="457"/>
                </a:cubicBezTo>
                <a:cubicBezTo>
                  <a:pt x="906" y="449"/>
                  <a:pt x="901" y="440"/>
                  <a:pt x="897" y="428"/>
                </a:cubicBezTo>
                <a:cubicBezTo>
                  <a:pt x="894" y="416"/>
                  <a:pt x="892" y="401"/>
                  <a:pt x="892" y="384"/>
                </a:cubicBezTo>
                <a:cubicBezTo>
                  <a:pt x="892" y="175"/>
                  <a:pt x="892" y="175"/>
                  <a:pt x="892" y="175"/>
                </a:cubicBezTo>
                <a:cubicBezTo>
                  <a:pt x="809" y="175"/>
                  <a:pt x="809" y="175"/>
                  <a:pt x="809" y="175"/>
                </a:cubicBezTo>
                <a:cubicBezTo>
                  <a:pt x="809" y="394"/>
                  <a:pt x="809" y="394"/>
                  <a:pt x="809" y="394"/>
                </a:cubicBezTo>
                <a:cubicBezTo>
                  <a:pt x="809" y="444"/>
                  <a:pt x="821" y="482"/>
                  <a:pt x="843" y="507"/>
                </a:cubicBezTo>
                <a:cubicBezTo>
                  <a:pt x="865" y="532"/>
                  <a:pt x="897" y="545"/>
                  <a:pt x="939" y="545"/>
                </a:cubicBezTo>
                <a:cubicBezTo>
                  <a:pt x="951" y="545"/>
                  <a:pt x="963" y="543"/>
                  <a:pt x="975" y="540"/>
                </a:cubicBezTo>
                <a:cubicBezTo>
                  <a:pt x="986" y="537"/>
                  <a:pt x="996" y="532"/>
                  <a:pt x="1005" y="526"/>
                </a:cubicBezTo>
                <a:cubicBezTo>
                  <a:pt x="1014" y="521"/>
                  <a:pt x="1022" y="514"/>
                  <a:pt x="1029" y="506"/>
                </a:cubicBezTo>
                <a:cubicBezTo>
                  <a:pt x="1037" y="499"/>
                  <a:pt x="1043" y="490"/>
                  <a:pt x="1048" y="482"/>
                </a:cubicBezTo>
                <a:cubicBezTo>
                  <a:pt x="1049" y="482"/>
                  <a:pt x="1049" y="482"/>
                  <a:pt x="1049" y="482"/>
                </a:cubicBezTo>
                <a:cubicBezTo>
                  <a:pt x="1049" y="536"/>
                  <a:pt x="1049" y="536"/>
                  <a:pt x="1049" y="536"/>
                </a:cubicBezTo>
                <a:lnTo>
                  <a:pt x="1131" y="536"/>
                </a:lnTo>
                <a:close/>
                <a:moveTo>
                  <a:pt x="1307" y="48"/>
                </a:moveTo>
                <a:cubicBezTo>
                  <a:pt x="1307" y="41"/>
                  <a:pt x="1306" y="35"/>
                  <a:pt x="1303" y="29"/>
                </a:cubicBezTo>
                <a:cubicBezTo>
                  <a:pt x="1301" y="23"/>
                  <a:pt x="1297" y="18"/>
                  <a:pt x="1293" y="14"/>
                </a:cubicBezTo>
                <a:cubicBezTo>
                  <a:pt x="1288" y="9"/>
                  <a:pt x="1283" y="6"/>
                  <a:pt x="1277" y="3"/>
                </a:cubicBezTo>
                <a:cubicBezTo>
                  <a:pt x="1271" y="1"/>
                  <a:pt x="1264" y="0"/>
                  <a:pt x="1257" y="0"/>
                </a:cubicBezTo>
                <a:cubicBezTo>
                  <a:pt x="1250" y="0"/>
                  <a:pt x="1244" y="1"/>
                  <a:pt x="1238" y="3"/>
                </a:cubicBezTo>
                <a:cubicBezTo>
                  <a:pt x="1232" y="6"/>
                  <a:pt x="1226" y="9"/>
                  <a:pt x="1222" y="13"/>
                </a:cubicBezTo>
                <a:cubicBezTo>
                  <a:pt x="1217" y="18"/>
                  <a:pt x="1214" y="23"/>
                  <a:pt x="1211" y="29"/>
                </a:cubicBezTo>
                <a:cubicBezTo>
                  <a:pt x="1209" y="34"/>
                  <a:pt x="1207" y="41"/>
                  <a:pt x="1207" y="48"/>
                </a:cubicBezTo>
                <a:cubicBezTo>
                  <a:pt x="1207" y="54"/>
                  <a:pt x="1209" y="60"/>
                  <a:pt x="1211" y="66"/>
                </a:cubicBezTo>
                <a:cubicBezTo>
                  <a:pt x="1214" y="72"/>
                  <a:pt x="1217" y="77"/>
                  <a:pt x="1221" y="81"/>
                </a:cubicBezTo>
                <a:cubicBezTo>
                  <a:pt x="1226" y="85"/>
                  <a:pt x="1231" y="88"/>
                  <a:pt x="1237" y="91"/>
                </a:cubicBezTo>
                <a:cubicBezTo>
                  <a:pt x="1243" y="93"/>
                  <a:pt x="1250" y="95"/>
                  <a:pt x="1257" y="95"/>
                </a:cubicBezTo>
                <a:cubicBezTo>
                  <a:pt x="1264" y="95"/>
                  <a:pt x="1271" y="93"/>
                  <a:pt x="1277" y="91"/>
                </a:cubicBezTo>
                <a:cubicBezTo>
                  <a:pt x="1283" y="88"/>
                  <a:pt x="1289" y="85"/>
                  <a:pt x="1293" y="81"/>
                </a:cubicBezTo>
                <a:cubicBezTo>
                  <a:pt x="1297" y="77"/>
                  <a:pt x="1301" y="72"/>
                  <a:pt x="1303" y="66"/>
                </a:cubicBezTo>
                <a:cubicBezTo>
                  <a:pt x="1306" y="60"/>
                  <a:pt x="1307" y="54"/>
                  <a:pt x="1307" y="48"/>
                </a:cubicBezTo>
                <a:moveTo>
                  <a:pt x="1216" y="536"/>
                </a:moveTo>
                <a:cubicBezTo>
                  <a:pt x="1297" y="536"/>
                  <a:pt x="1297" y="536"/>
                  <a:pt x="1297" y="536"/>
                </a:cubicBezTo>
                <a:cubicBezTo>
                  <a:pt x="1297" y="175"/>
                  <a:pt x="1297" y="175"/>
                  <a:pt x="1297" y="175"/>
                </a:cubicBezTo>
                <a:cubicBezTo>
                  <a:pt x="1216" y="175"/>
                  <a:pt x="1216" y="175"/>
                  <a:pt x="1216" y="175"/>
                </a:cubicBezTo>
                <a:lnTo>
                  <a:pt x="1216" y="536"/>
                </a:lnTo>
                <a:close/>
                <a:moveTo>
                  <a:pt x="1376" y="536"/>
                </a:moveTo>
                <a:cubicBezTo>
                  <a:pt x="1457" y="536"/>
                  <a:pt x="1457" y="536"/>
                  <a:pt x="1457" y="536"/>
                </a:cubicBezTo>
                <a:cubicBezTo>
                  <a:pt x="1457" y="2"/>
                  <a:pt x="1457" y="2"/>
                  <a:pt x="1457" y="2"/>
                </a:cubicBezTo>
                <a:cubicBezTo>
                  <a:pt x="1376" y="2"/>
                  <a:pt x="1376" y="2"/>
                  <a:pt x="1376" y="2"/>
                </a:cubicBezTo>
                <a:lnTo>
                  <a:pt x="1376" y="536"/>
                </a:lnTo>
                <a:close/>
                <a:moveTo>
                  <a:pt x="765" y="342"/>
                </a:moveTo>
                <a:cubicBezTo>
                  <a:pt x="765" y="317"/>
                  <a:pt x="762" y="294"/>
                  <a:pt x="756" y="272"/>
                </a:cubicBezTo>
                <a:cubicBezTo>
                  <a:pt x="750" y="249"/>
                  <a:pt x="741" y="230"/>
                  <a:pt x="729" y="213"/>
                </a:cubicBezTo>
                <a:cubicBezTo>
                  <a:pt x="717" y="196"/>
                  <a:pt x="701" y="183"/>
                  <a:pt x="682" y="173"/>
                </a:cubicBezTo>
                <a:cubicBezTo>
                  <a:pt x="663" y="163"/>
                  <a:pt x="640" y="158"/>
                  <a:pt x="613" y="158"/>
                </a:cubicBezTo>
                <a:cubicBezTo>
                  <a:pt x="599" y="158"/>
                  <a:pt x="585" y="160"/>
                  <a:pt x="573" y="163"/>
                </a:cubicBezTo>
                <a:cubicBezTo>
                  <a:pt x="561" y="166"/>
                  <a:pt x="549" y="171"/>
                  <a:pt x="539" y="177"/>
                </a:cubicBezTo>
                <a:cubicBezTo>
                  <a:pt x="529" y="183"/>
                  <a:pt x="520" y="190"/>
                  <a:pt x="512" y="199"/>
                </a:cubicBezTo>
                <a:cubicBezTo>
                  <a:pt x="504" y="207"/>
                  <a:pt x="497" y="216"/>
                  <a:pt x="491" y="226"/>
                </a:cubicBezTo>
                <a:cubicBezTo>
                  <a:pt x="489" y="226"/>
                  <a:pt x="489" y="226"/>
                  <a:pt x="489" y="226"/>
                </a:cubicBezTo>
                <a:cubicBezTo>
                  <a:pt x="489" y="2"/>
                  <a:pt x="489" y="2"/>
                  <a:pt x="489" y="2"/>
                </a:cubicBezTo>
                <a:cubicBezTo>
                  <a:pt x="460" y="2"/>
                  <a:pt x="460" y="2"/>
                  <a:pt x="460" y="2"/>
                </a:cubicBezTo>
                <a:cubicBezTo>
                  <a:pt x="406" y="133"/>
                  <a:pt x="406" y="133"/>
                  <a:pt x="406" y="133"/>
                </a:cubicBezTo>
                <a:cubicBezTo>
                  <a:pt x="406" y="537"/>
                  <a:pt x="406" y="537"/>
                  <a:pt x="406" y="537"/>
                </a:cubicBezTo>
                <a:cubicBezTo>
                  <a:pt x="489" y="537"/>
                  <a:pt x="489" y="537"/>
                  <a:pt x="489" y="537"/>
                </a:cubicBezTo>
                <a:cubicBezTo>
                  <a:pt x="489" y="490"/>
                  <a:pt x="489" y="490"/>
                  <a:pt x="489" y="490"/>
                </a:cubicBezTo>
                <a:cubicBezTo>
                  <a:pt x="491" y="490"/>
                  <a:pt x="491" y="490"/>
                  <a:pt x="491" y="490"/>
                </a:cubicBezTo>
                <a:cubicBezTo>
                  <a:pt x="496" y="498"/>
                  <a:pt x="502" y="505"/>
                  <a:pt x="509" y="512"/>
                </a:cubicBezTo>
                <a:cubicBezTo>
                  <a:pt x="515" y="519"/>
                  <a:pt x="523" y="525"/>
                  <a:pt x="532" y="530"/>
                </a:cubicBezTo>
                <a:cubicBezTo>
                  <a:pt x="540" y="535"/>
                  <a:pt x="550" y="539"/>
                  <a:pt x="561" y="542"/>
                </a:cubicBezTo>
                <a:cubicBezTo>
                  <a:pt x="571" y="544"/>
                  <a:pt x="583" y="546"/>
                  <a:pt x="596" y="546"/>
                </a:cubicBezTo>
                <a:cubicBezTo>
                  <a:pt x="623" y="546"/>
                  <a:pt x="647" y="541"/>
                  <a:pt x="668" y="530"/>
                </a:cubicBezTo>
                <a:cubicBezTo>
                  <a:pt x="689" y="520"/>
                  <a:pt x="707" y="506"/>
                  <a:pt x="721" y="488"/>
                </a:cubicBezTo>
                <a:cubicBezTo>
                  <a:pt x="736" y="470"/>
                  <a:pt x="747" y="448"/>
                  <a:pt x="754" y="423"/>
                </a:cubicBezTo>
                <a:cubicBezTo>
                  <a:pt x="761" y="398"/>
                  <a:pt x="765" y="371"/>
                  <a:pt x="765" y="342"/>
                </a:cubicBezTo>
                <a:moveTo>
                  <a:pt x="678" y="341"/>
                </a:moveTo>
                <a:cubicBezTo>
                  <a:pt x="678" y="363"/>
                  <a:pt x="676" y="383"/>
                  <a:pt x="671" y="400"/>
                </a:cubicBezTo>
                <a:cubicBezTo>
                  <a:pt x="667" y="418"/>
                  <a:pt x="660" y="432"/>
                  <a:pt x="651" y="443"/>
                </a:cubicBezTo>
                <a:cubicBezTo>
                  <a:pt x="643" y="455"/>
                  <a:pt x="632" y="463"/>
                  <a:pt x="620" y="469"/>
                </a:cubicBezTo>
                <a:cubicBezTo>
                  <a:pt x="607" y="475"/>
                  <a:pt x="593" y="478"/>
                  <a:pt x="578" y="478"/>
                </a:cubicBezTo>
                <a:cubicBezTo>
                  <a:pt x="565" y="478"/>
                  <a:pt x="553" y="475"/>
                  <a:pt x="542" y="470"/>
                </a:cubicBezTo>
                <a:cubicBezTo>
                  <a:pt x="531" y="466"/>
                  <a:pt x="522" y="459"/>
                  <a:pt x="514" y="450"/>
                </a:cubicBezTo>
                <a:cubicBezTo>
                  <a:pt x="506" y="442"/>
                  <a:pt x="500" y="432"/>
                  <a:pt x="495" y="421"/>
                </a:cubicBezTo>
                <a:cubicBezTo>
                  <a:pt x="491" y="410"/>
                  <a:pt x="488" y="397"/>
                  <a:pt x="488" y="384"/>
                </a:cubicBezTo>
                <a:cubicBezTo>
                  <a:pt x="488" y="336"/>
                  <a:pt x="488" y="336"/>
                  <a:pt x="488" y="336"/>
                </a:cubicBezTo>
                <a:cubicBezTo>
                  <a:pt x="488" y="319"/>
                  <a:pt x="491" y="304"/>
                  <a:pt x="496" y="291"/>
                </a:cubicBezTo>
                <a:cubicBezTo>
                  <a:pt x="500" y="278"/>
                  <a:pt x="507" y="266"/>
                  <a:pt x="516" y="257"/>
                </a:cubicBezTo>
                <a:cubicBezTo>
                  <a:pt x="524" y="247"/>
                  <a:pt x="534" y="240"/>
                  <a:pt x="546" y="234"/>
                </a:cubicBezTo>
                <a:cubicBezTo>
                  <a:pt x="558" y="229"/>
                  <a:pt x="571" y="226"/>
                  <a:pt x="586" y="226"/>
                </a:cubicBezTo>
                <a:cubicBezTo>
                  <a:pt x="601" y="226"/>
                  <a:pt x="614" y="229"/>
                  <a:pt x="625" y="234"/>
                </a:cubicBezTo>
                <a:cubicBezTo>
                  <a:pt x="636" y="240"/>
                  <a:pt x="646" y="247"/>
                  <a:pt x="654" y="257"/>
                </a:cubicBezTo>
                <a:cubicBezTo>
                  <a:pt x="662" y="267"/>
                  <a:pt x="668" y="279"/>
                  <a:pt x="672" y="293"/>
                </a:cubicBezTo>
                <a:cubicBezTo>
                  <a:pt x="676" y="307"/>
                  <a:pt x="678" y="323"/>
                  <a:pt x="678" y="341"/>
                </a:cubicBezTo>
                <a:moveTo>
                  <a:pt x="1866" y="537"/>
                </a:moveTo>
                <a:cubicBezTo>
                  <a:pt x="1866" y="2"/>
                  <a:pt x="1866" y="2"/>
                  <a:pt x="1866" y="2"/>
                </a:cubicBezTo>
                <a:cubicBezTo>
                  <a:pt x="1785" y="2"/>
                  <a:pt x="1785" y="2"/>
                  <a:pt x="1785" y="2"/>
                </a:cubicBezTo>
                <a:cubicBezTo>
                  <a:pt x="1785" y="220"/>
                  <a:pt x="1785" y="220"/>
                  <a:pt x="1785" y="220"/>
                </a:cubicBezTo>
                <a:cubicBezTo>
                  <a:pt x="1783" y="220"/>
                  <a:pt x="1783" y="220"/>
                  <a:pt x="1783" y="220"/>
                </a:cubicBezTo>
                <a:cubicBezTo>
                  <a:pt x="1779" y="213"/>
                  <a:pt x="1773" y="206"/>
                  <a:pt x="1767" y="199"/>
                </a:cubicBezTo>
                <a:cubicBezTo>
                  <a:pt x="1760" y="192"/>
                  <a:pt x="1753" y="187"/>
                  <a:pt x="1744" y="182"/>
                </a:cubicBezTo>
                <a:cubicBezTo>
                  <a:pt x="1736" y="177"/>
                  <a:pt x="1726" y="173"/>
                  <a:pt x="1716" y="171"/>
                </a:cubicBezTo>
                <a:cubicBezTo>
                  <a:pt x="1705" y="168"/>
                  <a:pt x="1693" y="167"/>
                  <a:pt x="1681" y="167"/>
                </a:cubicBezTo>
                <a:cubicBezTo>
                  <a:pt x="1656" y="167"/>
                  <a:pt x="1633" y="171"/>
                  <a:pt x="1613" y="181"/>
                </a:cubicBezTo>
                <a:cubicBezTo>
                  <a:pt x="1592" y="190"/>
                  <a:pt x="1575" y="203"/>
                  <a:pt x="1561" y="220"/>
                </a:cubicBezTo>
                <a:cubicBezTo>
                  <a:pt x="1546" y="238"/>
                  <a:pt x="1535" y="259"/>
                  <a:pt x="1527" y="283"/>
                </a:cubicBezTo>
                <a:cubicBezTo>
                  <a:pt x="1519" y="308"/>
                  <a:pt x="1515" y="335"/>
                  <a:pt x="1515" y="365"/>
                </a:cubicBezTo>
                <a:cubicBezTo>
                  <a:pt x="1515" y="394"/>
                  <a:pt x="1519" y="420"/>
                  <a:pt x="1526" y="443"/>
                </a:cubicBezTo>
                <a:cubicBezTo>
                  <a:pt x="1534" y="465"/>
                  <a:pt x="1544" y="484"/>
                  <a:pt x="1558" y="500"/>
                </a:cubicBezTo>
                <a:cubicBezTo>
                  <a:pt x="1571" y="515"/>
                  <a:pt x="1587" y="526"/>
                  <a:pt x="1605" y="534"/>
                </a:cubicBezTo>
                <a:cubicBezTo>
                  <a:pt x="1624" y="542"/>
                  <a:pt x="1643" y="546"/>
                  <a:pt x="1665" y="546"/>
                </a:cubicBezTo>
                <a:cubicBezTo>
                  <a:pt x="1679" y="546"/>
                  <a:pt x="1693" y="544"/>
                  <a:pt x="1705" y="541"/>
                </a:cubicBezTo>
                <a:cubicBezTo>
                  <a:pt x="1717" y="538"/>
                  <a:pt x="1728" y="533"/>
                  <a:pt x="1737" y="528"/>
                </a:cubicBezTo>
                <a:cubicBezTo>
                  <a:pt x="1747" y="522"/>
                  <a:pt x="1756" y="515"/>
                  <a:pt x="1763" y="507"/>
                </a:cubicBezTo>
                <a:cubicBezTo>
                  <a:pt x="1771" y="499"/>
                  <a:pt x="1778" y="490"/>
                  <a:pt x="1783" y="480"/>
                </a:cubicBezTo>
                <a:cubicBezTo>
                  <a:pt x="1785" y="480"/>
                  <a:pt x="1785" y="480"/>
                  <a:pt x="1785" y="480"/>
                </a:cubicBezTo>
                <a:cubicBezTo>
                  <a:pt x="1785" y="537"/>
                  <a:pt x="1785" y="537"/>
                  <a:pt x="1785" y="537"/>
                </a:cubicBezTo>
                <a:lnTo>
                  <a:pt x="1866" y="537"/>
                </a:lnTo>
                <a:close/>
                <a:moveTo>
                  <a:pt x="1786" y="366"/>
                </a:moveTo>
                <a:cubicBezTo>
                  <a:pt x="1786" y="384"/>
                  <a:pt x="1783" y="399"/>
                  <a:pt x="1778" y="413"/>
                </a:cubicBezTo>
                <a:cubicBezTo>
                  <a:pt x="1773" y="427"/>
                  <a:pt x="1767" y="439"/>
                  <a:pt x="1758" y="449"/>
                </a:cubicBezTo>
                <a:cubicBezTo>
                  <a:pt x="1750" y="458"/>
                  <a:pt x="1740" y="466"/>
                  <a:pt x="1728" y="471"/>
                </a:cubicBezTo>
                <a:cubicBezTo>
                  <a:pt x="1717" y="476"/>
                  <a:pt x="1705" y="479"/>
                  <a:pt x="1692" y="479"/>
                </a:cubicBezTo>
                <a:cubicBezTo>
                  <a:pt x="1679" y="479"/>
                  <a:pt x="1667" y="477"/>
                  <a:pt x="1656" y="472"/>
                </a:cubicBezTo>
                <a:cubicBezTo>
                  <a:pt x="1644" y="467"/>
                  <a:pt x="1635" y="460"/>
                  <a:pt x="1626" y="450"/>
                </a:cubicBezTo>
                <a:cubicBezTo>
                  <a:pt x="1618" y="440"/>
                  <a:pt x="1612" y="428"/>
                  <a:pt x="1607" y="414"/>
                </a:cubicBezTo>
                <a:cubicBezTo>
                  <a:pt x="1602" y="399"/>
                  <a:pt x="1600" y="382"/>
                  <a:pt x="1600" y="363"/>
                </a:cubicBezTo>
                <a:cubicBezTo>
                  <a:pt x="1600" y="343"/>
                  <a:pt x="1602" y="325"/>
                  <a:pt x="1606" y="309"/>
                </a:cubicBezTo>
                <a:cubicBezTo>
                  <a:pt x="1610" y="294"/>
                  <a:pt x="1616" y="280"/>
                  <a:pt x="1624" y="269"/>
                </a:cubicBezTo>
                <a:cubicBezTo>
                  <a:pt x="1632" y="257"/>
                  <a:pt x="1642" y="249"/>
                  <a:pt x="1654" y="242"/>
                </a:cubicBezTo>
                <a:cubicBezTo>
                  <a:pt x="1667" y="236"/>
                  <a:pt x="1681" y="233"/>
                  <a:pt x="1697" y="233"/>
                </a:cubicBezTo>
                <a:cubicBezTo>
                  <a:pt x="1709" y="233"/>
                  <a:pt x="1721" y="236"/>
                  <a:pt x="1732" y="241"/>
                </a:cubicBezTo>
                <a:cubicBezTo>
                  <a:pt x="1743" y="245"/>
                  <a:pt x="1752" y="252"/>
                  <a:pt x="1760" y="260"/>
                </a:cubicBezTo>
                <a:cubicBezTo>
                  <a:pt x="1768" y="269"/>
                  <a:pt x="1774" y="279"/>
                  <a:pt x="1779" y="290"/>
                </a:cubicBezTo>
                <a:cubicBezTo>
                  <a:pt x="1783" y="301"/>
                  <a:pt x="1786" y="313"/>
                  <a:pt x="1786" y="326"/>
                </a:cubicBezTo>
                <a:lnTo>
                  <a:pt x="1786" y="36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Tree>
    <p:extLst>
      <p:ext uri="{BB962C8B-B14F-4D97-AF65-F5344CB8AC3E}">
        <p14:creationId xmlns:p14="http://schemas.microsoft.com/office/powerpoint/2010/main" val="121382685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4406">
          <p15:clr>
            <a:srgbClr val="C35E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228302"/>
          </a:xfrm>
        </p:spPr>
        <p:txBody>
          <a:bodyPr>
            <a:spAutoFit/>
          </a:bodyPr>
          <a:lstStyle>
            <a:lvl3pPr>
              <a:defRPr sz="2400"/>
            </a:lvl3pPr>
            <a:lvl4pPr>
              <a:defRPr sz="2000"/>
            </a:lvl4pPr>
            <a:lvl5pPr>
              <a:defRPr sz="20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40182529"/>
      </p:ext>
    </p:extLst>
  </p:cSld>
  <p:clrMapOvr>
    <a:masterClrMapping/>
  </p:clrMapOvr>
  <p:transition>
    <p:fade/>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 2">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383628" y="1668463"/>
            <a:ext cx="8778210" cy="5029200"/>
          </a:xfrm>
        </p:spPr>
        <p:txBody>
          <a:bodyPr wrap="square">
            <a:noAutofit/>
          </a:bodyPr>
          <a:lstStyle>
            <a:lvl3pPr>
              <a:defRPr sz="2400"/>
            </a:lvl3pPr>
            <a:lvl4pPr>
              <a:defRPr sz="2000"/>
            </a:lvl4pPr>
            <a:lvl5pPr>
              <a:defRPr sz="20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sz="quarter" idx="11"/>
          </p:nvPr>
        </p:nvSpPr>
        <p:spPr>
          <a:xfrm>
            <a:off x="283148" y="1668463"/>
            <a:ext cx="2743200" cy="5029200"/>
          </a:xfrm>
        </p:spPr>
        <p:txBody>
          <a:bodyPr>
            <a:noAutofit/>
          </a:bodyPr>
          <a:lstStyle>
            <a:lvl1pPr marL="0" indent="0">
              <a:buNone/>
              <a:defRPr kumimoji="0" lang="en-US" sz="2400" b="0" i="0" u="none" strike="noStrike" kern="1200" cap="none" spc="0" normalizeH="0" baseline="0" dirty="0" smtClean="0">
                <a:ln>
                  <a:noFill/>
                </a:ln>
                <a:gradFill>
                  <a:gsLst>
                    <a:gs pos="100000">
                      <a:schemeClr val="tx1"/>
                    </a:gs>
                    <a:gs pos="0">
                      <a:schemeClr val="tx1"/>
                    </a:gs>
                  </a:gsLst>
                  <a:lin ang="5400000" scaled="0"/>
                </a:gradFill>
                <a:effectLst/>
                <a:uLnTx/>
                <a:uFillTx/>
                <a:latin typeface="+mn-lt"/>
                <a:ea typeface="+mj-ea"/>
                <a:cs typeface="+mj-cs"/>
              </a:defRPr>
            </a:lvl1pPr>
          </a:lstStyle>
          <a:p>
            <a:pPr marL="0" marR="0" lvl="0" indent="0" algn="l" defTabSz="914166" rtl="0" eaLnBrk="1" fontAlgn="auto" latinLnBrk="0" hangingPunct="1">
              <a:lnSpc>
                <a:spcPct val="100000"/>
              </a:lnSpc>
              <a:spcBef>
                <a:spcPct val="0"/>
              </a:spcBef>
              <a:spcAft>
                <a:spcPts val="0"/>
              </a:spcAft>
              <a:buClrTx/>
              <a:buSzTx/>
              <a:tabLst/>
              <a:defRPr/>
            </a:pPr>
            <a:r>
              <a:rPr lang="en-US" dirty="0" smtClean="0"/>
              <a:t>Click to edit Master text styles</a:t>
            </a:r>
          </a:p>
        </p:txBody>
      </p:sp>
    </p:spTree>
    <p:extLst>
      <p:ext uri="{BB962C8B-B14F-4D97-AF65-F5344CB8AC3E}">
        <p14:creationId xmlns:p14="http://schemas.microsoft.com/office/powerpoint/2010/main" val="1372855731"/>
      </p:ext>
    </p:extLst>
  </p:cSld>
  <p:clrMapOvr>
    <a:masterClrMapping/>
  </p:clrMapOvr>
  <p:transition>
    <p:fade/>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Only Large">
    <p:spTree>
      <p:nvGrpSpPr>
        <p:cNvPr id="1" name=""/>
        <p:cNvGrpSpPr/>
        <p:nvPr/>
      </p:nvGrpSpPr>
      <p:grpSpPr>
        <a:xfrm>
          <a:off x="0" y="0"/>
          <a:ext cx="0" cy="0"/>
          <a:chOff x="0" y="0"/>
          <a:chExt cx="0" cy="0"/>
        </a:xfrm>
      </p:grpSpPr>
      <p:sp>
        <p:nvSpPr>
          <p:cNvPr id="2" name="Title 1"/>
          <p:cNvSpPr>
            <a:spLocks noGrp="1"/>
          </p:cNvSpPr>
          <p:nvPr>
            <p:ph type="title"/>
          </p:nvPr>
        </p:nvSpPr>
        <p:spPr>
          <a:xfrm>
            <a:off x="1189038" y="2125663"/>
            <a:ext cx="10058399" cy="1828800"/>
          </a:xfrm>
        </p:spPr>
        <p:txBody>
          <a:bodyPr/>
          <a:lstStyle>
            <a:lvl1pPr>
              <a:defRPr sz="4800" baseline="0"/>
            </a:lvl1pPr>
          </a:lstStyle>
          <a:p>
            <a:r>
              <a:rPr lang="en-US" dirty="0" smtClean="0"/>
              <a:t>Click to edit Master title style</a:t>
            </a:r>
            <a:endParaRPr lang="en-US" dirty="0"/>
          </a:p>
        </p:txBody>
      </p:sp>
    </p:spTree>
    <p:extLst>
      <p:ext uri="{BB962C8B-B14F-4D97-AF65-F5344CB8AC3E}">
        <p14:creationId xmlns:p14="http://schemas.microsoft.com/office/powerpoint/2010/main" val="3322279723"/>
      </p:ext>
    </p:extLst>
  </p:cSld>
  <p:clrMapOvr>
    <a:masterClrMapping/>
  </p:clrMapOvr>
  <p:transition>
    <p:fade/>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sz="quarter" idx="11"/>
          </p:nvPr>
        </p:nvSpPr>
        <p:spPr>
          <a:xfrm>
            <a:off x="283148" y="1668463"/>
            <a:ext cx="2743200" cy="5029200"/>
          </a:xfrm>
        </p:spPr>
        <p:txBody>
          <a:bodyPr>
            <a:noAutofit/>
          </a:bodyPr>
          <a:lstStyle>
            <a:lvl1pPr>
              <a:defRPr kumimoji="0" lang="en-US" sz="2400" b="0" i="0" u="none" strike="noStrike" kern="1200" cap="none" spc="0" normalizeH="0" baseline="0" dirty="0" smtClean="0">
                <a:ln>
                  <a:noFill/>
                </a:ln>
                <a:gradFill>
                  <a:gsLst>
                    <a:gs pos="92208">
                      <a:schemeClr val="tx1"/>
                    </a:gs>
                    <a:gs pos="0">
                      <a:schemeClr val="tx1"/>
                    </a:gs>
                  </a:gsLst>
                  <a:lin ang="5400000" scaled="0"/>
                </a:gradFill>
                <a:effectLst/>
                <a:uLnTx/>
                <a:uFillTx/>
                <a:latin typeface="+mn-lt"/>
                <a:ea typeface="+mj-ea"/>
                <a:cs typeface="+mj-cs"/>
              </a:defRPr>
            </a:lvl1pPr>
          </a:lstStyle>
          <a:p>
            <a:pPr marL="0" marR="0" lvl="0" indent="0" algn="l" defTabSz="914166" rtl="0" eaLnBrk="1" fontAlgn="auto" latinLnBrk="0" hangingPunct="1">
              <a:lnSpc>
                <a:spcPct val="100000"/>
              </a:lnSpc>
              <a:spcBef>
                <a:spcPct val="0"/>
              </a:spcBef>
              <a:spcAft>
                <a:spcPts val="0"/>
              </a:spcAft>
              <a:buClrTx/>
              <a:buSzTx/>
              <a:buFont typeface="Arial" pitchFamily="34" charset="0"/>
              <a:buNone/>
              <a:tabLst/>
              <a:defRPr/>
            </a:pPr>
            <a:r>
              <a:rPr lang="en-US" dirty="0" smtClean="0"/>
              <a:t>Click to edit Master text styles</a:t>
            </a:r>
          </a:p>
        </p:txBody>
      </p:sp>
    </p:spTree>
    <p:extLst>
      <p:ext uri="{BB962C8B-B14F-4D97-AF65-F5344CB8AC3E}">
        <p14:creationId xmlns:p14="http://schemas.microsoft.com/office/powerpoint/2010/main" val="1462853086"/>
      </p:ext>
    </p:extLst>
  </p:cSld>
  <p:clrMapOvr>
    <a:masterClrMapping/>
  </p:clrMapOvr>
  <p:transition>
    <p:fade/>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lor Shape &amp; Color Background">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wrap="square" lIns="182880" tIns="146304" rIns="182880" bIns="146304" anchor="ctr">
            <a:noAutofit/>
          </a:bodyPr>
          <a:lstStyle>
            <a:lvl1pPr>
              <a:lnSpc>
                <a:spcPct val="95000"/>
              </a:lnSpc>
              <a:spcBef>
                <a:spcPts val="0"/>
              </a:spcBef>
              <a:spcAft>
                <a:spcPts val="1632"/>
              </a:spcAft>
              <a:defRPr lang="en-US" sz="3600" kern="1200" dirty="0" smtClean="0">
                <a:gradFill>
                  <a:gsLst>
                    <a:gs pos="28302">
                      <a:schemeClr val="tx1">
                        <a:lumMod val="75000"/>
                        <a:lumOff val="25000"/>
                      </a:schemeClr>
                    </a:gs>
                    <a:gs pos="67000">
                      <a:schemeClr val="tx1">
                        <a:lumMod val="75000"/>
                        <a:lumOff val="25000"/>
                      </a:schemeClr>
                    </a:gs>
                  </a:gsLst>
                  <a:lin ang="5400000" scaled="0"/>
                </a:gradFill>
                <a:latin typeface="+mj-lt"/>
                <a:ea typeface="+mn-ea"/>
                <a:cs typeface="+mn-cs"/>
              </a:defRPr>
            </a:lvl1pPr>
            <a:lvl2pPr>
              <a:lnSpc>
                <a:spcPct val="100000"/>
              </a:lnSpc>
              <a:spcBef>
                <a:spcPts val="816"/>
              </a:spcBef>
              <a:defRPr sz="1900">
                <a:solidFill>
                  <a:srgbClr val="FFFFFF"/>
                </a:solidFill>
              </a:defRPr>
            </a:lvl2pPr>
            <a:lvl3pPr>
              <a:lnSpc>
                <a:spcPct val="100000"/>
              </a:lnSpc>
              <a:spcBef>
                <a:spcPts val="816"/>
              </a:spcBef>
              <a:defRPr sz="1900">
                <a:solidFill>
                  <a:srgbClr val="FFFFFF"/>
                </a:solidFill>
              </a:defRPr>
            </a:lvl3pPr>
            <a:lvl4pPr>
              <a:lnSpc>
                <a:spcPct val="100000"/>
              </a:lnSpc>
              <a:spcBef>
                <a:spcPts val="816"/>
              </a:spcBef>
              <a:defRPr sz="1900">
                <a:solidFill>
                  <a:srgbClr val="FFFFFF"/>
                </a:solidFill>
              </a:defRPr>
            </a:lvl4pPr>
            <a:lvl5pPr>
              <a:lnSpc>
                <a:spcPct val="100000"/>
              </a:lnSpc>
              <a:spcBef>
                <a:spcPts val="816"/>
              </a:spcBef>
              <a:defRPr sz="1900">
                <a:solidFill>
                  <a:srgbClr val="FFFFFF"/>
                </a:solidFill>
              </a:defRPr>
            </a:lvl5pPr>
          </a:lstStyle>
          <a:p>
            <a:pPr marL="0" lvl="0" indent="0" algn="l" defTabSz="914166" rtl="0" eaLnBrk="1" latinLnBrk="0" hangingPunct="1">
              <a:spcBef>
                <a:spcPct val="20000"/>
              </a:spcBef>
              <a:buFont typeface="Arial" pitchFamily="34" charset="0"/>
              <a:buNone/>
            </a:pPr>
            <a:r>
              <a:rPr lang="en-US" dirty="0" smtClean="0"/>
              <a:t>Click to edit Master text styles</a:t>
            </a:r>
          </a:p>
        </p:txBody>
      </p:sp>
      <p:sp>
        <p:nvSpPr>
          <p:cNvPr id="15" name="Title 1"/>
          <p:cNvSpPr>
            <a:spLocks noGrp="1"/>
          </p:cNvSpPr>
          <p:nvPr>
            <p:ph type="ctrTitle" hasCustomPrompt="1"/>
          </p:nvPr>
        </p:nvSpPr>
        <p:spPr>
          <a:xfrm>
            <a:off x="274638" y="1537563"/>
            <a:ext cx="3931941" cy="3919398"/>
          </a:xfrm>
          <a:custGeom>
            <a:avLst/>
            <a:gdLst>
              <a:gd name="connsiteX0" fmla="*/ 0 w 2431552"/>
              <a:gd name="connsiteY0" fmla="*/ 0 h 576072"/>
              <a:gd name="connsiteX1" fmla="*/ 2431552 w 2431552"/>
              <a:gd name="connsiteY1" fmla="*/ 0 h 576072"/>
              <a:gd name="connsiteX2" fmla="*/ 2431552 w 2431552"/>
              <a:gd name="connsiteY2" fmla="*/ 576072 h 576072"/>
              <a:gd name="connsiteX3" fmla="*/ 0 w 2431552"/>
              <a:gd name="connsiteY3" fmla="*/ 576072 h 576072"/>
              <a:gd name="connsiteX4" fmla="*/ 0 w 2431552"/>
              <a:gd name="connsiteY4" fmla="*/ 0 h 576072"/>
              <a:gd name="connsiteX0" fmla="*/ 0 w 2610228"/>
              <a:gd name="connsiteY0" fmla="*/ 704193 h 1280265"/>
              <a:gd name="connsiteX1" fmla="*/ 2610228 w 2610228"/>
              <a:gd name="connsiteY1" fmla="*/ 0 h 1280265"/>
              <a:gd name="connsiteX2" fmla="*/ 2431552 w 2610228"/>
              <a:gd name="connsiteY2" fmla="*/ 1280265 h 1280265"/>
              <a:gd name="connsiteX3" fmla="*/ 0 w 2610228"/>
              <a:gd name="connsiteY3" fmla="*/ 1280265 h 1280265"/>
              <a:gd name="connsiteX4" fmla="*/ 0 w 2610228"/>
              <a:gd name="connsiteY4" fmla="*/ 704193 h 1280265"/>
              <a:gd name="connsiteX0" fmla="*/ 0 w 2620739"/>
              <a:gd name="connsiteY0" fmla="*/ 704193 h 2037009"/>
              <a:gd name="connsiteX1" fmla="*/ 2610228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620739"/>
              <a:gd name="connsiteY0" fmla="*/ 483476 h 1816292"/>
              <a:gd name="connsiteX1" fmla="*/ 2389511 w 2620739"/>
              <a:gd name="connsiteY1" fmla="*/ 0 h 1816292"/>
              <a:gd name="connsiteX2" fmla="*/ 2620739 w 2620739"/>
              <a:gd name="connsiteY2" fmla="*/ 1816292 h 1816292"/>
              <a:gd name="connsiteX3" fmla="*/ 0 w 2620739"/>
              <a:gd name="connsiteY3" fmla="*/ 1059548 h 1816292"/>
              <a:gd name="connsiteX4" fmla="*/ 0 w 2620739"/>
              <a:gd name="connsiteY4" fmla="*/ 483476 h 1816292"/>
              <a:gd name="connsiteX0" fmla="*/ 0 w 2620739"/>
              <a:gd name="connsiteY0" fmla="*/ 704193 h 2037009"/>
              <a:gd name="connsiteX1" fmla="*/ 2589207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862477"/>
              <a:gd name="connsiteY0" fmla="*/ 0 h 2425892"/>
              <a:gd name="connsiteX1" fmla="*/ 2830945 w 2862477"/>
              <a:gd name="connsiteY1" fmla="*/ 388883 h 2425892"/>
              <a:gd name="connsiteX2" fmla="*/ 2862477 w 2862477"/>
              <a:gd name="connsiteY2" fmla="*/ 2425892 h 2425892"/>
              <a:gd name="connsiteX3" fmla="*/ 241738 w 2862477"/>
              <a:gd name="connsiteY3" fmla="*/ 1669148 h 2425892"/>
              <a:gd name="connsiteX4" fmla="*/ 0 w 2862477"/>
              <a:gd name="connsiteY4" fmla="*/ 0 h 2425892"/>
              <a:gd name="connsiteX0" fmla="*/ 0 w 2862477"/>
              <a:gd name="connsiteY0" fmla="*/ 0 h 2804265"/>
              <a:gd name="connsiteX1" fmla="*/ 2830945 w 2862477"/>
              <a:gd name="connsiteY1" fmla="*/ 388883 h 2804265"/>
              <a:gd name="connsiteX2" fmla="*/ 2862477 w 2862477"/>
              <a:gd name="connsiteY2" fmla="*/ 2425892 h 2804265"/>
              <a:gd name="connsiteX3" fmla="*/ 21021 w 2862477"/>
              <a:gd name="connsiteY3" fmla="*/ 2804265 h 2804265"/>
              <a:gd name="connsiteX4" fmla="*/ 0 w 2862477"/>
              <a:gd name="connsiteY4" fmla="*/ 0 h 2804265"/>
              <a:gd name="connsiteX0" fmla="*/ 0 w 2967580"/>
              <a:gd name="connsiteY0" fmla="*/ 0 h 2961920"/>
              <a:gd name="connsiteX1" fmla="*/ 2936048 w 2967580"/>
              <a:gd name="connsiteY1" fmla="*/ 546538 h 2961920"/>
              <a:gd name="connsiteX2" fmla="*/ 2967580 w 2967580"/>
              <a:gd name="connsiteY2" fmla="*/ 2583547 h 2961920"/>
              <a:gd name="connsiteX3" fmla="*/ 126124 w 2967580"/>
              <a:gd name="connsiteY3" fmla="*/ 2961920 h 2961920"/>
              <a:gd name="connsiteX4" fmla="*/ 0 w 2967580"/>
              <a:gd name="connsiteY4" fmla="*/ 0 h 2961920"/>
              <a:gd name="connsiteX0" fmla="*/ 10511 w 2841456"/>
              <a:gd name="connsiteY0" fmla="*/ 0 h 2814775"/>
              <a:gd name="connsiteX1" fmla="*/ 2809924 w 2841456"/>
              <a:gd name="connsiteY1" fmla="*/ 399393 h 2814775"/>
              <a:gd name="connsiteX2" fmla="*/ 2841456 w 2841456"/>
              <a:gd name="connsiteY2" fmla="*/ 2436402 h 2814775"/>
              <a:gd name="connsiteX3" fmla="*/ 0 w 2841456"/>
              <a:gd name="connsiteY3" fmla="*/ 2814775 h 2814775"/>
              <a:gd name="connsiteX4" fmla="*/ 10511 w 2841456"/>
              <a:gd name="connsiteY4" fmla="*/ 0 h 2814775"/>
              <a:gd name="connsiteX0" fmla="*/ 10511 w 2845941"/>
              <a:gd name="connsiteY0" fmla="*/ 0 h 2814775"/>
              <a:gd name="connsiteX1" fmla="*/ 2842437 w 2845941"/>
              <a:gd name="connsiteY1" fmla="*/ 415742 h 2814775"/>
              <a:gd name="connsiteX2" fmla="*/ 2841456 w 2845941"/>
              <a:gd name="connsiteY2" fmla="*/ 2436402 h 2814775"/>
              <a:gd name="connsiteX3" fmla="*/ 0 w 2845941"/>
              <a:gd name="connsiteY3" fmla="*/ 2814775 h 2814775"/>
              <a:gd name="connsiteX4" fmla="*/ 10511 w 2845941"/>
              <a:gd name="connsiteY4" fmla="*/ 0 h 2814775"/>
              <a:gd name="connsiteX0" fmla="*/ 10511 w 2841456"/>
              <a:gd name="connsiteY0" fmla="*/ 0 h 2814775"/>
              <a:gd name="connsiteX1" fmla="*/ 2834309 w 2841456"/>
              <a:gd name="connsiteY1" fmla="*/ 391219 h 2814775"/>
              <a:gd name="connsiteX2" fmla="*/ 2841456 w 2841456"/>
              <a:gd name="connsiteY2" fmla="*/ 2436402 h 2814775"/>
              <a:gd name="connsiteX3" fmla="*/ 0 w 2841456"/>
              <a:gd name="connsiteY3" fmla="*/ 2814775 h 2814775"/>
              <a:gd name="connsiteX4" fmla="*/ 10511 w 2841456"/>
              <a:gd name="connsiteY4" fmla="*/ 0 h 2814775"/>
              <a:gd name="connsiteX0" fmla="*/ 3504 w 2834449"/>
              <a:gd name="connsiteY0" fmla="*/ 0 h 2847473"/>
              <a:gd name="connsiteX1" fmla="*/ 2827302 w 2834449"/>
              <a:gd name="connsiteY1" fmla="*/ 391219 h 2847473"/>
              <a:gd name="connsiteX2" fmla="*/ 2834449 w 2834449"/>
              <a:gd name="connsiteY2" fmla="*/ 2436402 h 2847473"/>
              <a:gd name="connsiteX3" fmla="*/ 1122 w 2834449"/>
              <a:gd name="connsiteY3" fmla="*/ 2847473 h 2847473"/>
              <a:gd name="connsiteX4" fmla="*/ 3504 w 2834449"/>
              <a:gd name="connsiteY4" fmla="*/ 0 h 284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4449" h="2847473">
                <a:moveTo>
                  <a:pt x="3504" y="0"/>
                </a:moveTo>
                <a:lnTo>
                  <a:pt x="2827302" y="391219"/>
                </a:lnTo>
                <a:cubicBezTo>
                  <a:pt x="2830806" y="1070222"/>
                  <a:pt x="2830945" y="1757399"/>
                  <a:pt x="2834449" y="2436402"/>
                </a:cubicBezTo>
                <a:lnTo>
                  <a:pt x="1122" y="2847473"/>
                </a:lnTo>
                <a:cubicBezTo>
                  <a:pt x="4626" y="1909215"/>
                  <a:pt x="0" y="938258"/>
                  <a:pt x="3504" y="0"/>
                </a:cubicBezTo>
                <a:close/>
              </a:path>
            </a:pathLst>
          </a:custGeom>
          <a:solidFill>
            <a:schemeClr val="accent3"/>
          </a:solidFill>
          <a:ln>
            <a:noFill/>
          </a:ln>
          <a:extLst/>
        </p:spPr>
        <p:txBody>
          <a:bodyPr vert="horz" wrap="square" lIns="182880" tIns="146304" rIns="182880" bIns="146304" numCol="1" anchor="ctr" anchorCtr="0" compatLnSpc="1">
            <a:prstTxWarp prst="textNoShape">
              <a:avLst/>
            </a:prstTxWarp>
            <a:noAutofit/>
          </a:bodyPr>
          <a:lstStyle>
            <a:lvl1pPr>
              <a:lnSpc>
                <a:spcPct val="95000"/>
              </a:lnSpc>
              <a:defRPr lang="en-US" sz="4000" kern="1200" dirty="0" smtClean="0">
                <a:gradFill>
                  <a:gsLst>
                    <a:gs pos="0">
                      <a:srgbClr val="FFFFFF"/>
                    </a:gs>
                    <a:gs pos="100000">
                      <a:srgbClr val="FFFFFF"/>
                    </a:gs>
                  </a:gsLst>
                  <a:lin ang="5400000" scaled="0"/>
                </a:gradFill>
                <a:latin typeface="Segoe UI Light"/>
                <a:ea typeface="ＭＳ Ｐゴシック" charset="0"/>
                <a:cs typeface="Segoe UI Light"/>
              </a:defRPr>
            </a:lvl1pPr>
          </a:lstStyle>
          <a:p>
            <a:pPr marL="0" lvl="0" indent="0" algn="l" defTabSz="1243266" rtl="0" eaLnBrk="1" fontAlgn="base" latinLnBrk="0" hangingPunct="1">
              <a:lnSpc>
                <a:spcPct val="100000"/>
              </a:lnSpc>
              <a:spcBef>
                <a:spcPct val="0"/>
              </a:spcBef>
              <a:spcAft>
                <a:spcPct val="0"/>
              </a:spcAft>
              <a:buFontTx/>
              <a:buNone/>
            </a:pPr>
            <a:r>
              <a:rPr lang="en-US" dirty="0" smtClean="0"/>
              <a:t>Click to edit master title style</a:t>
            </a:r>
            <a:endParaRPr lang="en-US" dirty="0"/>
          </a:p>
        </p:txBody>
      </p:sp>
    </p:spTree>
    <p:extLst>
      <p:ext uri="{BB962C8B-B14F-4D97-AF65-F5344CB8AC3E}">
        <p14:creationId xmlns:p14="http://schemas.microsoft.com/office/powerpoint/2010/main" val="1608567953"/>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lor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vert="horz" wrap="square" lIns="182880" tIns="146304" rIns="182880" bIns="146304" rtlCol="0" anchor="ctr">
            <a:noAutofit/>
          </a:bodyPr>
          <a:lstStyle>
            <a:lvl1pPr>
              <a:defRPr lang="en-US" sz="3600" kern="1200" dirty="0" smtClean="0">
                <a:gradFill>
                  <a:gsLst>
                    <a:gs pos="8491">
                      <a:schemeClr val="tx1">
                        <a:lumMod val="75000"/>
                        <a:lumOff val="25000"/>
                      </a:schemeClr>
                    </a:gs>
                    <a:gs pos="100000">
                      <a:schemeClr val="tx1">
                        <a:lumMod val="75000"/>
                        <a:lumOff val="25000"/>
                      </a:schemeClr>
                    </a:gs>
                  </a:gsLst>
                  <a:lin ang="5400000" scaled="0"/>
                </a:gradFill>
                <a:latin typeface="+mj-lt"/>
                <a:ea typeface="+mn-ea"/>
                <a:cs typeface="+mn-cs"/>
              </a:defRPr>
            </a:lvl1pPr>
          </a:lstStyle>
          <a:p>
            <a:pPr marL="0" lvl="0" indent="0" algn="l" defTabSz="914166" rtl="0" eaLnBrk="1" latinLnBrk="0" hangingPunct="1">
              <a:spcBef>
                <a:spcPct val="20000"/>
              </a:spcBef>
              <a:spcAft>
                <a:spcPts val="1632"/>
              </a:spcAft>
              <a:buFont typeface="Arial" pitchFamily="34" charset="0"/>
              <a:buNone/>
            </a:pPr>
            <a:r>
              <a:rPr lang="en-US" dirty="0" smtClean="0"/>
              <a:t>Click to edit Master text styles</a:t>
            </a:r>
          </a:p>
        </p:txBody>
      </p:sp>
      <p:sp>
        <p:nvSpPr>
          <p:cNvPr id="6" name="Text Placeholder 8"/>
          <p:cNvSpPr>
            <a:spLocks noGrp="1"/>
          </p:cNvSpPr>
          <p:nvPr>
            <p:ph type="body" sz="quarter" idx="16" hasCustomPrompt="1"/>
          </p:nvPr>
        </p:nvSpPr>
        <p:spPr>
          <a:xfrm>
            <a:off x="274641" y="296864"/>
            <a:ext cx="11887199" cy="914400"/>
          </a:xfrm>
        </p:spPr>
        <p:txBody>
          <a:bodyPr vert="horz" lIns="182880" tIns="146304" rIns="182880" bIns="146304" rtlCol="0" anchor="t">
            <a:noAutofit/>
          </a:bodyPr>
          <a:lstStyle>
            <a:lvl1pPr marL="0" indent="0" algn="l" defTabSz="932742" rtl="0" eaLnBrk="1" latinLnBrk="0" hangingPunct="1">
              <a:lnSpc>
                <a:spcPct val="90000"/>
              </a:lnSpc>
              <a:spcBef>
                <a:spcPct val="0"/>
              </a:spcBef>
              <a:buNone/>
              <a:defRPr lang="en-US" sz="54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lvl="0">
              <a:spcBef>
                <a:spcPct val="0"/>
              </a:spcBef>
            </a:pPr>
            <a:r>
              <a:rPr lang="en-US" dirty="0" smtClean="0"/>
              <a:t>Click to edit master text styles</a:t>
            </a:r>
          </a:p>
        </p:txBody>
      </p:sp>
      <p:sp>
        <p:nvSpPr>
          <p:cNvPr id="5" name="Title 1"/>
          <p:cNvSpPr>
            <a:spLocks noGrp="1"/>
          </p:cNvSpPr>
          <p:nvPr>
            <p:ph type="ctrTitle" hasCustomPrompt="1"/>
          </p:nvPr>
        </p:nvSpPr>
        <p:spPr>
          <a:xfrm>
            <a:off x="274638" y="1537564"/>
            <a:ext cx="3931941" cy="3919398"/>
          </a:xfrm>
          <a:custGeom>
            <a:avLst/>
            <a:gdLst>
              <a:gd name="connsiteX0" fmla="*/ 0 w 2431552"/>
              <a:gd name="connsiteY0" fmla="*/ 0 h 576072"/>
              <a:gd name="connsiteX1" fmla="*/ 2431552 w 2431552"/>
              <a:gd name="connsiteY1" fmla="*/ 0 h 576072"/>
              <a:gd name="connsiteX2" fmla="*/ 2431552 w 2431552"/>
              <a:gd name="connsiteY2" fmla="*/ 576072 h 576072"/>
              <a:gd name="connsiteX3" fmla="*/ 0 w 2431552"/>
              <a:gd name="connsiteY3" fmla="*/ 576072 h 576072"/>
              <a:gd name="connsiteX4" fmla="*/ 0 w 2431552"/>
              <a:gd name="connsiteY4" fmla="*/ 0 h 576072"/>
              <a:gd name="connsiteX0" fmla="*/ 0 w 2610228"/>
              <a:gd name="connsiteY0" fmla="*/ 704193 h 1280265"/>
              <a:gd name="connsiteX1" fmla="*/ 2610228 w 2610228"/>
              <a:gd name="connsiteY1" fmla="*/ 0 h 1280265"/>
              <a:gd name="connsiteX2" fmla="*/ 2431552 w 2610228"/>
              <a:gd name="connsiteY2" fmla="*/ 1280265 h 1280265"/>
              <a:gd name="connsiteX3" fmla="*/ 0 w 2610228"/>
              <a:gd name="connsiteY3" fmla="*/ 1280265 h 1280265"/>
              <a:gd name="connsiteX4" fmla="*/ 0 w 2610228"/>
              <a:gd name="connsiteY4" fmla="*/ 704193 h 1280265"/>
              <a:gd name="connsiteX0" fmla="*/ 0 w 2620739"/>
              <a:gd name="connsiteY0" fmla="*/ 704193 h 2037009"/>
              <a:gd name="connsiteX1" fmla="*/ 2610228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620739"/>
              <a:gd name="connsiteY0" fmla="*/ 483476 h 1816292"/>
              <a:gd name="connsiteX1" fmla="*/ 2389511 w 2620739"/>
              <a:gd name="connsiteY1" fmla="*/ 0 h 1816292"/>
              <a:gd name="connsiteX2" fmla="*/ 2620739 w 2620739"/>
              <a:gd name="connsiteY2" fmla="*/ 1816292 h 1816292"/>
              <a:gd name="connsiteX3" fmla="*/ 0 w 2620739"/>
              <a:gd name="connsiteY3" fmla="*/ 1059548 h 1816292"/>
              <a:gd name="connsiteX4" fmla="*/ 0 w 2620739"/>
              <a:gd name="connsiteY4" fmla="*/ 483476 h 1816292"/>
              <a:gd name="connsiteX0" fmla="*/ 0 w 2620739"/>
              <a:gd name="connsiteY0" fmla="*/ 704193 h 2037009"/>
              <a:gd name="connsiteX1" fmla="*/ 2589207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862477"/>
              <a:gd name="connsiteY0" fmla="*/ 0 h 2425892"/>
              <a:gd name="connsiteX1" fmla="*/ 2830945 w 2862477"/>
              <a:gd name="connsiteY1" fmla="*/ 388883 h 2425892"/>
              <a:gd name="connsiteX2" fmla="*/ 2862477 w 2862477"/>
              <a:gd name="connsiteY2" fmla="*/ 2425892 h 2425892"/>
              <a:gd name="connsiteX3" fmla="*/ 241738 w 2862477"/>
              <a:gd name="connsiteY3" fmla="*/ 1669148 h 2425892"/>
              <a:gd name="connsiteX4" fmla="*/ 0 w 2862477"/>
              <a:gd name="connsiteY4" fmla="*/ 0 h 2425892"/>
              <a:gd name="connsiteX0" fmla="*/ 0 w 2862477"/>
              <a:gd name="connsiteY0" fmla="*/ 0 h 2804265"/>
              <a:gd name="connsiteX1" fmla="*/ 2830945 w 2862477"/>
              <a:gd name="connsiteY1" fmla="*/ 388883 h 2804265"/>
              <a:gd name="connsiteX2" fmla="*/ 2862477 w 2862477"/>
              <a:gd name="connsiteY2" fmla="*/ 2425892 h 2804265"/>
              <a:gd name="connsiteX3" fmla="*/ 21021 w 2862477"/>
              <a:gd name="connsiteY3" fmla="*/ 2804265 h 2804265"/>
              <a:gd name="connsiteX4" fmla="*/ 0 w 2862477"/>
              <a:gd name="connsiteY4" fmla="*/ 0 h 2804265"/>
              <a:gd name="connsiteX0" fmla="*/ 0 w 2967580"/>
              <a:gd name="connsiteY0" fmla="*/ 0 h 2961920"/>
              <a:gd name="connsiteX1" fmla="*/ 2936048 w 2967580"/>
              <a:gd name="connsiteY1" fmla="*/ 546538 h 2961920"/>
              <a:gd name="connsiteX2" fmla="*/ 2967580 w 2967580"/>
              <a:gd name="connsiteY2" fmla="*/ 2583547 h 2961920"/>
              <a:gd name="connsiteX3" fmla="*/ 126124 w 2967580"/>
              <a:gd name="connsiteY3" fmla="*/ 2961920 h 2961920"/>
              <a:gd name="connsiteX4" fmla="*/ 0 w 2967580"/>
              <a:gd name="connsiteY4" fmla="*/ 0 h 2961920"/>
              <a:gd name="connsiteX0" fmla="*/ 10511 w 2841456"/>
              <a:gd name="connsiteY0" fmla="*/ 0 h 2814775"/>
              <a:gd name="connsiteX1" fmla="*/ 2809924 w 2841456"/>
              <a:gd name="connsiteY1" fmla="*/ 399393 h 2814775"/>
              <a:gd name="connsiteX2" fmla="*/ 2841456 w 2841456"/>
              <a:gd name="connsiteY2" fmla="*/ 2436402 h 2814775"/>
              <a:gd name="connsiteX3" fmla="*/ 0 w 2841456"/>
              <a:gd name="connsiteY3" fmla="*/ 2814775 h 2814775"/>
              <a:gd name="connsiteX4" fmla="*/ 10511 w 2841456"/>
              <a:gd name="connsiteY4" fmla="*/ 0 h 2814775"/>
              <a:gd name="connsiteX0" fmla="*/ 10511 w 2845941"/>
              <a:gd name="connsiteY0" fmla="*/ 0 h 2814775"/>
              <a:gd name="connsiteX1" fmla="*/ 2842437 w 2845941"/>
              <a:gd name="connsiteY1" fmla="*/ 415742 h 2814775"/>
              <a:gd name="connsiteX2" fmla="*/ 2841456 w 2845941"/>
              <a:gd name="connsiteY2" fmla="*/ 2436402 h 2814775"/>
              <a:gd name="connsiteX3" fmla="*/ 0 w 2845941"/>
              <a:gd name="connsiteY3" fmla="*/ 2814775 h 2814775"/>
              <a:gd name="connsiteX4" fmla="*/ 10511 w 2845941"/>
              <a:gd name="connsiteY4" fmla="*/ 0 h 2814775"/>
              <a:gd name="connsiteX0" fmla="*/ 10511 w 2841456"/>
              <a:gd name="connsiteY0" fmla="*/ 0 h 2814775"/>
              <a:gd name="connsiteX1" fmla="*/ 2834309 w 2841456"/>
              <a:gd name="connsiteY1" fmla="*/ 391219 h 2814775"/>
              <a:gd name="connsiteX2" fmla="*/ 2841456 w 2841456"/>
              <a:gd name="connsiteY2" fmla="*/ 2436402 h 2814775"/>
              <a:gd name="connsiteX3" fmla="*/ 0 w 2841456"/>
              <a:gd name="connsiteY3" fmla="*/ 2814775 h 2814775"/>
              <a:gd name="connsiteX4" fmla="*/ 10511 w 2841456"/>
              <a:gd name="connsiteY4" fmla="*/ 0 h 2814775"/>
              <a:gd name="connsiteX0" fmla="*/ 3504 w 2834449"/>
              <a:gd name="connsiteY0" fmla="*/ 0 h 2847473"/>
              <a:gd name="connsiteX1" fmla="*/ 2827302 w 2834449"/>
              <a:gd name="connsiteY1" fmla="*/ 391219 h 2847473"/>
              <a:gd name="connsiteX2" fmla="*/ 2834449 w 2834449"/>
              <a:gd name="connsiteY2" fmla="*/ 2436402 h 2847473"/>
              <a:gd name="connsiteX3" fmla="*/ 1122 w 2834449"/>
              <a:gd name="connsiteY3" fmla="*/ 2847473 h 2847473"/>
              <a:gd name="connsiteX4" fmla="*/ 3504 w 2834449"/>
              <a:gd name="connsiteY4" fmla="*/ 0 h 284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4449" h="2847473">
                <a:moveTo>
                  <a:pt x="3504" y="0"/>
                </a:moveTo>
                <a:lnTo>
                  <a:pt x="2827302" y="391219"/>
                </a:lnTo>
                <a:cubicBezTo>
                  <a:pt x="2830806" y="1070222"/>
                  <a:pt x="2830945" y="1757399"/>
                  <a:pt x="2834449" y="2436402"/>
                </a:cubicBezTo>
                <a:lnTo>
                  <a:pt x="1122" y="2847473"/>
                </a:lnTo>
                <a:cubicBezTo>
                  <a:pt x="4626" y="1909215"/>
                  <a:pt x="0" y="938258"/>
                  <a:pt x="3504" y="0"/>
                </a:cubicBezTo>
                <a:close/>
              </a:path>
            </a:pathLst>
          </a:custGeom>
          <a:solidFill>
            <a:schemeClr val="accent3"/>
          </a:solidFill>
          <a:ln>
            <a:noFill/>
          </a:ln>
          <a:extLst/>
        </p:spPr>
        <p:txBody>
          <a:bodyPr vert="horz" wrap="square" lIns="182880" tIns="146304" rIns="182880" bIns="146304" numCol="1" anchor="ctr" anchorCtr="0" compatLnSpc="1">
            <a:prstTxWarp prst="textNoShape">
              <a:avLst/>
            </a:prstTxWarp>
            <a:noAutofit/>
          </a:bodyPr>
          <a:lstStyle>
            <a:lvl1pPr>
              <a:lnSpc>
                <a:spcPct val="95000"/>
              </a:lnSpc>
              <a:defRPr lang="en-US" sz="4000" kern="1200" dirty="0" smtClean="0">
                <a:gradFill>
                  <a:gsLst>
                    <a:gs pos="0">
                      <a:srgbClr val="FFFFFF"/>
                    </a:gs>
                    <a:gs pos="100000">
                      <a:srgbClr val="FFFFFF"/>
                    </a:gs>
                  </a:gsLst>
                  <a:lin ang="5400000" scaled="0"/>
                </a:gradFill>
                <a:latin typeface="Segoe UI Light"/>
                <a:ea typeface="ＭＳ Ｐゴシック" charset="0"/>
                <a:cs typeface="Segoe UI Light"/>
              </a:defRPr>
            </a:lvl1pPr>
          </a:lstStyle>
          <a:p>
            <a:pPr marL="0" lvl="0" indent="0" algn="l" defTabSz="1243266" rtl="0" eaLnBrk="1" fontAlgn="base" latinLnBrk="0" hangingPunct="1">
              <a:lnSpc>
                <a:spcPct val="100000"/>
              </a:lnSpc>
              <a:spcBef>
                <a:spcPct val="0"/>
              </a:spcBef>
              <a:spcAft>
                <a:spcPct val="0"/>
              </a:spcAft>
              <a:buFontTx/>
              <a:buNone/>
            </a:pPr>
            <a:r>
              <a:rPr lang="en-US" dirty="0" smtClean="0"/>
              <a:t>Click to edit master title style</a:t>
            </a:r>
            <a:endParaRPr lang="en-US" dirty="0"/>
          </a:p>
        </p:txBody>
      </p:sp>
    </p:spTree>
    <p:extLst>
      <p:ext uri="{BB962C8B-B14F-4D97-AF65-F5344CB8AC3E}">
        <p14:creationId xmlns:p14="http://schemas.microsoft.com/office/powerpoint/2010/main" val="372181136"/>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icture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vert="horz" wrap="square" lIns="182880" tIns="146304" rIns="182880" bIns="146304" rtlCol="0" anchor="ctr">
            <a:noAutofit/>
          </a:bodyPr>
          <a:lstStyle>
            <a:lvl1pPr>
              <a:defRPr lang="en-US" sz="3600" kern="1200" dirty="0" smtClean="0">
                <a:gradFill>
                  <a:gsLst>
                    <a:gs pos="12264">
                      <a:schemeClr val="tx1">
                        <a:lumMod val="75000"/>
                        <a:lumOff val="25000"/>
                      </a:schemeClr>
                    </a:gs>
                    <a:gs pos="71000">
                      <a:schemeClr val="tx1">
                        <a:lumMod val="75000"/>
                        <a:lumOff val="25000"/>
                      </a:schemeClr>
                    </a:gs>
                  </a:gsLst>
                  <a:lin ang="5400000" scaled="0"/>
                </a:gradFill>
                <a:latin typeface="+mj-lt"/>
                <a:ea typeface="+mn-ea"/>
                <a:cs typeface="+mn-cs"/>
              </a:defRPr>
            </a:lvl1pPr>
          </a:lstStyle>
          <a:p>
            <a:pPr marL="0" lvl="0" indent="0" algn="l" defTabSz="914166" rtl="0" eaLnBrk="1" latinLnBrk="0" hangingPunct="1">
              <a:spcBef>
                <a:spcPct val="20000"/>
              </a:spcBef>
              <a:buFont typeface="Arial" pitchFamily="34" charset="0"/>
              <a:buNone/>
            </a:pPr>
            <a:r>
              <a:rPr lang="en-US" dirty="0" smtClean="0"/>
              <a:t>Click to edit Master text styles</a:t>
            </a:r>
          </a:p>
        </p:txBody>
      </p:sp>
      <p:sp>
        <p:nvSpPr>
          <p:cNvPr id="7" name="Picture Placeholder 12"/>
          <p:cNvSpPr>
            <a:spLocks noGrp="1"/>
          </p:cNvSpPr>
          <p:nvPr>
            <p:ph type="pic" sz="quarter" idx="16"/>
          </p:nvPr>
        </p:nvSpPr>
        <p:spPr>
          <a:xfrm>
            <a:off x="274638" y="1535875"/>
            <a:ext cx="3931920" cy="392277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lIns="182880" tIns="146304" rIns="182880" bIns="146304" anchor="ctr" anchorCtr="1">
            <a:noAutofit/>
          </a:bodyPr>
          <a:lstStyle>
            <a:lvl1pPr marL="0" indent="0">
              <a:buNone/>
              <a:defRPr/>
            </a:lvl1pPr>
          </a:lstStyle>
          <a:p>
            <a:r>
              <a:rPr lang="en-US" dirty="0" smtClean="0"/>
              <a:t>Click icon to add picture</a:t>
            </a:r>
            <a:endParaRPr lang="en-US" dirty="0"/>
          </a:p>
        </p:txBody>
      </p:sp>
      <p:sp>
        <p:nvSpPr>
          <p:cNvPr id="3" name="Title 2"/>
          <p:cNvSpPr>
            <a:spLocks noGrp="1"/>
          </p:cNvSpPr>
          <p:nvPr>
            <p:ph type="title"/>
          </p:nvPr>
        </p:nvSpPr>
        <p:spPr/>
        <p:txBody>
          <a:bodyPr wrap="none" lIns="182880" tIns="146304" rIns="182880" bIns="146304"/>
          <a:lstStyle/>
          <a:p>
            <a:r>
              <a:rPr lang="en-US" dirty="0" smtClean="0"/>
              <a:t>Click to edit Master title style</a:t>
            </a:r>
            <a:endParaRPr lang="en-US" dirty="0"/>
          </a:p>
        </p:txBody>
      </p:sp>
    </p:spTree>
    <p:extLst>
      <p:ext uri="{BB962C8B-B14F-4D97-AF65-F5344CB8AC3E}">
        <p14:creationId xmlns:p14="http://schemas.microsoft.com/office/powerpoint/2010/main" val="2796109379"/>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 Code">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1534779"/>
          </a:xfrm>
        </p:spPr>
        <p:txBody>
          <a:bodyPr>
            <a:spAutoFit/>
          </a:bodyPr>
          <a:lstStyle>
            <a:lvl1pPr>
              <a:defRPr lang="en-US" sz="2400" kern="1200" dirty="0" smtClean="0">
                <a:gradFill>
                  <a:gsLst>
                    <a:gs pos="66981">
                      <a:schemeClr val="tx1">
                        <a:lumMod val="75000"/>
                        <a:lumOff val="25000"/>
                      </a:schemeClr>
                    </a:gs>
                    <a:gs pos="0">
                      <a:schemeClr val="tx1">
                        <a:lumMod val="75000"/>
                        <a:lumOff val="25000"/>
                      </a:schemeClr>
                    </a:gs>
                  </a:gsLst>
                  <a:lin ang="5400000" scaled="0"/>
                </a:gradFill>
                <a:latin typeface="Consolas" pitchFamily="49" charset="0"/>
                <a:ea typeface="+mn-ea"/>
                <a:cs typeface="Consolas" pitchFamily="49" charset="0"/>
              </a:defRPr>
            </a:lvl1pPr>
            <a:lvl2pPr marL="584200" indent="-241300">
              <a:defRPr lang="en-US" sz="2400" kern="1200" dirty="0" smtClean="0">
                <a:gradFill>
                  <a:gsLst>
                    <a:gs pos="66981">
                      <a:schemeClr val="tx1">
                        <a:lumMod val="75000"/>
                        <a:lumOff val="25000"/>
                      </a:schemeClr>
                    </a:gs>
                    <a:gs pos="0">
                      <a:schemeClr val="tx1">
                        <a:lumMod val="75000"/>
                        <a:lumOff val="25000"/>
                      </a:schemeClr>
                    </a:gs>
                  </a:gsLst>
                  <a:lin ang="5400000" scaled="0"/>
                </a:gradFill>
                <a:latin typeface="Consolas" pitchFamily="49" charset="0"/>
                <a:ea typeface="+mn-ea"/>
                <a:cs typeface="Consolas" pitchFamily="49" charset="0"/>
              </a:defRPr>
            </a:lvl2pPr>
            <a:lvl3pPr marL="571441" indent="-342900">
              <a:defRPr lang="en-US" sz="2400" kern="1200" dirty="0" smtClean="0">
                <a:gradFill>
                  <a:gsLst>
                    <a:gs pos="66981">
                      <a:schemeClr val="tx1">
                        <a:lumMod val="75000"/>
                        <a:lumOff val="25000"/>
                      </a:schemeClr>
                    </a:gs>
                    <a:gs pos="0">
                      <a:schemeClr val="tx1">
                        <a:lumMod val="75000"/>
                        <a:lumOff val="25000"/>
                      </a:schemeClr>
                    </a:gs>
                  </a:gsLst>
                  <a:lin ang="5400000" scaled="0"/>
                </a:gradFill>
                <a:latin typeface="Consolas" pitchFamily="49" charset="0"/>
                <a:ea typeface="+mn-ea"/>
                <a:cs typeface="Consolas" pitchFamily="49" charset="0"/>
              </a:defRPr>
            </a:lvl3pPr>
            <a:lvl4pPr>
              <a:defRPr sz="2000"/>
            </a:lvl4pPr>
            <a:lvl5pPr>
              <a:defRPr sz="2000"/>
            </a:lvl5pPr>
          </a:lstStyle>
          <a:p>
            <a:pPr marL="0" lvl="0" indent="0" algn="l" defTabSz="914166" rtl="0" eaLnBrk="1" latinLnBrk="0" hangingPunct="1">
              <a:spcBef>
                <a:spcPct val="20000"/>
              </a:spcBef>
              <a:spcAft>
                <a:spcPts val="816"/>
              </a:spcAft>
              <a:buFont typeface="Arial" pitchFamily="34" charset="0"/>
              <a:buNone/>
            </a:pPr>
            <a:r>
              <a:rPr lang="en-US" dirty="0" smtClean="0"/>
              <a:t>Click to edit Master text styles</a:t>
            </a:r>
          </a:p>
          <a:p>
            <a:pPr marL="0" marR="0" lvl="1" indent="0" algn="l" defTabSz="914166" rtl="0" eaLnBrk="1" fontAlgn="auto" latinLnBrk="0" hangingPunct="1">
              <a:lnSpc>
                <a:spcPct val="90000"/>
              </a:lnSpc>
              <a:spcBef>
                <a:spcPct val="20000"/>
              </a:spcBef>
              <a:spcAft>
                <a:spcPts val="816"/>
              </a:spcAft>
              <a:buClr>
                <a:schemeClr val="tx1"/>
              </a:buClr>
              <a:buSzPct val="90000"/>
              <a:buFont typeface="Arial" pitchFamily="34" charset="0"/>
              <a:buNone/>
              <a:tabLst/>
            </a:pPr>
            <a:r>
              <a:rPr lang="en-US" dirty="0" smtClean="0"/>
              <a:t>Second level</a:t>
            </a:r>
          </a:p>
          <a:p>
            <a:pPr marL="457082" lvl="2" indent="-228541" algn="l" defTabSz="914166" rtl="0" eaLnBrk="1" latinLnBrk="0" hangingPunct="1">
              <a:spcBef>
                <a:spcPct val="20000"/>
              </a:spcBef>
              <a:spcAft>
                <a:spcPts val="816"/>
              </a:spcAft>
              <a:buFont typeface="Arial" pitchFamily="34" charset="0"/>
              <a:buChar char="•"/>
            </a:pPr>
            <a:r>
              <a:rPr lang="en-US" dirty="0" smtClean="0"/>
              <a:t>Third level</a:t>
            </a:r>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549634120"/>
      </p:ext>
    </p:extLst>
  </p:cSld>
  <p:clrMapOvr>
    <a:masterClrMapping/>
  </p:clrMapOvr>
  <p:transition>
    <p:fade/>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7113524"/>
      </p:ext>
    </p:extLst>
  </p:cSld>
  <p:clrMapOvr>
    <a:masterClrMapping/>
  </p:clrMapOvr>
  <p:transition>
    <p:fade/>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ultiple Shapes &amp; Color Background">
    <p:spTree>
      <p:nvGrpSpPr>
        <p:cNvPr id="1" name=""/>
        <p:cNvGrpSpPr/>
        <p:nvPr/>
      </p:nvGrpSpPr>
      <p:grpSpPr>
        <a:xfrm>
          <a:off x="0" y="0"/>
          <a:ext cx="0" cy="0"/>
          <a:chOff x="0" y="0"/>
          <a:chExt cx="0" cy="0"/>
        </a:xfrm>
      </p:grpSpPr>
      <p:sp>
        <p:nvSpPr>
          <p:cNvPr id="6" name="Picture Placeholder 12"/>
          <p:cNvSpPr>
            <a:spLocks noGrp="1"/>
          </p:cNvSpPr>
          <p:nvPr>
            <p:ph type="pic" sz="quarter" idx="17"/>
          </p:nvPr>
        </p:nvSpPr>
        <p:spPr>
          <a:xfrm>
            <a:off x="274638" y="2307518"/>
            <a:ext cx="1563194" cy="323299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7951"/>
              <a:gd name="connsiteX1" fmla="*/ 10057 w 10057"/>
              <a:gd name="connsiteY1" fmla="*/ 1452 h 7951"/>
              <a:gd name="connsiteX2" fmla="*/ 10054 w 10057"/>
              <a:gd name="connsiteY2" fmla="*/ 5606 h 7951"/>
              <a:gd name="connsiteX3" fmla="*/ 0 w 10057"/>
              <a:gd name="connsiteY3" fmla="*/ 7951 h 7951"/>
              <a:gd name="connsiteX4" fmla="*/ 9 w 10057"/>
              <a:gd name="connsiteY4" fmla="*/ 0 h 7951"/>
              <a:gd name="connsiteX0" fmla="*/ 9 w 10000"/>
              <a:gd name="connsiteY0" fmla="*/ 0 h 10000"/>
              <a:gd name="connsiteX1" fmla="*/ 10000 w 10000"/>
              <a:gd name="connsiteY1" fmla="*/ 1826 h 10000"/>
              <a:gd name="connsiteX2" fmla="*/ 9997 w 10000"/>
              <a:gd name="connsiteY2" fmla="*/ 705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1826 h 10000"/>
              <a:gd name="connsiteX2" fmla="*/ 9969 w 10000"/>
              <a:gd name="connsiteY2" fmla="*/ 713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2854 h 10000"/>
              <a:gd name="connsiteX2" fmla="*/ 9969 w 10000"/>
              <a:gd name="connsiteY2" fmla="*/ 7131 h 10000"/>
              <a:gd name="connsiteX3" fmla="*/ 0 w 10000"/>
              <a:gd name="connsiteY3" fmla="*/ 10000 h 10000"/>
              <a:gd name="connsiteX4" fmla="*/ 9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9" y="0"/>
                </a:moveTo>
                <a:lnTo>
                  <a:pt x="10000" y="2854"/>
                </a:lnTo>
                <a:cubicBezTo>
                  <a:pt x="9998" y="7335"/>
                  <a:pt x="9970" y="2648"/>
                  <a:pt x="9969" y="7131"/>
                </a:cubicBezTo>
                <a:cubicBezTo>
                  <a:pt x="9964" y="7082"/>
                  <a:pt x="-38" y="10005"/>
                  <a:pt x="0" y="10000"/>
                </a:cubicBezTo>
                <a:cubicBezTo>
                  <a:pt x="6" y="5808"/>
                  <a:pt x="3" y="4192"/>
                  <a:pt x="9" y="0"/>
                </a:cubicBezTo>
                <a:close/>
              </a:path>
            </a:pathLst>
          </a:custGeom>
        </p:spPr>
        <p:txBody>
          <a:bodyPr anchor="ctr" anchorCtr="0">
            <a:normAutofit/>
          </a:bodyPr>
          <a:lstStyle>
            <a:lvl1pPr marL="0" marR="0" indent="0" algn="l" defTabSz="1243266" rtl="0" eaLnBrk="1" fontAlgn="base" latinLnBrk="0" hangingPunct="1">
              <a:lnSpc>
                <a:spcPct val="95000"/>
              </a:lnSpc>
              <a:spcBef>
                <a:spcPts val="0"/>
              </a:spcBef>
              <a:spcAft>
                <a:spcPts val="0"/>
              </a:spcAft>
              <a:buClr>
                <a:schemeClr val="accent1"/>
              </a:buClr>
              <a:buSzPct val="110000"/>
              <a:buFont typeface="Avenir LT Pro 45 Book" charset="0"/>
              <a:buNone/>
              <a:tabLst/>
              <a:defRPr sz="1600"/>
            </a:lvl1pPr>
          </a:lstStyle>
          <a:p>
            <a:r>
              <a:rPr lang="en-US" smtClean="0"/>
              <a:t>Click icon to add picture</a:t>
            </a:r>
            <a:endParaRPr lang="en-US" dirty="0"/>
          </a:p>
        </p:txBody>
      </p:sp>
      <p:sp>
        <p:nvSpPr>
          <p:cNvPr id="8" name="Picture Placeholder 12"/>
          <p:cNvSpPr>
            <a:spLocks noGrp="1"/>
          </p:cNvSpPr>
          <p:nvPr>
            <p:ph type="pic" sz="quarter" idx="18"/>
          </p:nvPr>
        </p:nvSpPr>
        <p:spPr>
          <a:xfrm>
            <a:off x="4745014" y="2301239"/>
            <a:ext cx="3232905" cy="324554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anchor="ctr" anchorCtr="0">
            <a:normAutofit/>
          </a:bodyPr>
          <a:lstStyle>
            <a:lvl1pPr>
              <a:defRPr sz="1600"/>
            </a:lvl1pPr>
          </a:lstStyle>
          <a:p>
            <a:r>
              <a:rPr lang="en-US" smtClean="0"/>
              <a:t>Click icon to add picture</a:t>
            </a:r>
            <a:endParaRPr lang="en-US" dirty="0"/>
          </a:p>
        </p:txBody>
      </p:sp>
      <p:sp>
        <p:nvSpPr>
          <p:cNvPr id="9" name="Picture Placeholder 12"/>
          <p:cNvSpPr>
            <a:spLocks noGrp="1"/>
          </p:cNvSpPr>
          <p:nvPr>
            <p:ph type="pic" sz="quarter" idx="19"/>
          </p:nvPr>
        </p:nvSpPr>
        <p:spPr>
          <a:xfrm>
            <a:off x="8258122" y="2302035"/>
            <a:ext cx="3903716" cy="3243962"/>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47"/>
              <a:gd name="connsiteY0" fmla="*/ 0 h 10000"/>
              <a:gd name="connsiteX1" fmla="*/ 10046 w 10047"/>
              <a:gd name="connsiteY1" fmla="*/ 693 h 10000"/>
              <a:gd name="connsiteX2" fmla="*/ 10043 w 10047"/>
              <a:gd name="connsiteY2" fmla="*/ 9284 h 10000"/>
              <a:gd name="connsiteX3" fmla="*/ 0 w 10047"/>
              <a:gd name="connsiteY3" fmla="*/ 10000 h 10000"/>
              <a:gd name="connsiteX4" fmla="*/ 9 w 10047"/>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7" h="10000">
                <a:moveTo>
                  <a:pt x="9" y="0"/>
                </a:moveTo>
                <a:cubicBezTo>
                  <a:pt x="-9" y="5"/>
                  <a:pt x="5027" y="346"/>
                  <a:pt x="10046" y="693"/>
                </a:cubicBezTo>
                <a:cubicBezTo>
                  <a:pt x="10052" y="3075"/>
                  <a:pt x="10037" y="6902"/>
                  <a:pt x="10043" y="9284"/>
                </a:cubicBezTo>
                <a:lnTo>
                  <a:pt x="0" y="10000"/>
                </a:lnTo>
                <a:cubicBezTo>
                  <a:pt x="6" y="6667"/>
                  <a:pt x="4" y="5000"/>
                  <a:pt x="9" y="0"/>
                </a:cubicBezTo>
                <a:close/>
              </a:path>
            </a:pathLst>
          </a:custGeom>
        </p:spPr>
        <p:txBody>
          <a:bodyPr anchor="ctr" anchorCtr="0">
            <a:normAutofit/>
          </a:bodyPr>
          <a:lstStyle>
            <a:lvl1pPr>
              <a:defRPr sz="1600"/>
            </a:lvl1pPr>
          </a:lstStyle>
          <a:p>
            <a:r>
              <a:rPr lang="en-US" smtClean="0"/>
              <a:t>Click icon to add picture</a:t>
            </a:r>
            <a:endParaRPr lang="en-US" dirty="0"/>
          </a:p>
        </p:txBody>
      </p:sp>
      <p:sp>
        <p:nvSpPr>
          <p:cNvPr id="10" name="Picture Placeholder 12"/>
          <p:cNvSpPr>
            <a:spLocks noGrp="1"/>
          </p:cNvSpPr>
          <p:nvPr>
            <p:ph type="pic" sz="quarter" idx="20"/>
          </p:nvPr>
        </p:nvSpPr>
        <p:spPr>
          <a:xfrm>
            <a:off x="2118039" y="2301050"/>
            <a:ext cx="2346769" cy="3245927"/>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7951"/>
              <a:gd name="connsiteX1" fmla="*/ 10057 w 10057"/>
              <a:gd name="connsiteY1" fmla="*/ 1452 h 7951"/>
              <a:gd name="connsiteX2" fmla="*/ 10054 w 10057"/>
              <a:gd name="connsiteY2" fmla="*/ 5606 h 7951"/>
              <a:gd name="connsiteX3" fmla="*/ 0 w 10057"/>
              <a:gd name="connsiteY3" fmla="*/ 7951 h 7951"/>
              <a:gd name="connsiteX4" fmla="*/ 9 w 10057"/>
              <a:gd name="connsiteY4" fmla="*/ 0 h 7951"/>
              <a:gd name="connsiteX0" fmla="*/ 9 w 10000"/>
              <a:gd name="connsiteY0" fmla="*/ 0 h 10000"/>
              <a:gd name="connsiteX1" fmla="*/ 10000 w 10000"/>
              <a:gd name="connsiteY1" fmla="*/ 1826 h 10000"/>
              <a:gd name="connsiteX2" fmla="*/ 9997 w 10000"/>
              <a:gd name="connsiteY2" fmla="*/ 705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1826 h 10000"/>
              <a:gd name="connsiteX2" fmla="*/ 9969 w 10000"/>
              <a:gd name="connsiteY2" fmla="*/ 713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2854 h 10000"/>
              <a:gd name="connsiteX2" fmla="*/ 9969 w 10000"/>
              <a:gd name="connsiteY2" fmla="*/ 7131 h 10000"/>
              <a:gd name="connsiteX3" fmla="*/ 0 w 10000"/>
              <a:gd name="connsiteY3" fmla="*/ 10000 h 10000"/>
              <a:gd name="connsiteX4" fmla="*/ 9 w 10000"/>
              <a:gd name="connsiteY4" fmla="*/ 0 h 10000"/>
              <a:gd name="connsiteX0" fmla="*/ 9 w 15000"/>
              <a:gd name="connsiteY0" fmla="*/ 0 h 10000"/>
              <a:gd name="connsiteX1" fmla="*/ 15000 w 15000"/>
              <a:gd name="connsiteY1" fmla="*/ 2173 h 10000"/>
              <a:gd name="connsiteX2" fmla="*/ 9969 w 15000"/>
              <a:gd name="connsiteY2" fmla="*/ 7131 h 10000"/>
              <a:gd name="connsiteX3" fmla="*/ 0 w 15000"/>
              <a:gd name="connsiteY3" fmla="*/ 10000 h 10000"/>
              <a:gd name="connsiteX4" fmla="*/ 9 w 15000"/>
              <a:gd name="connsiteY4" fmla="*/ 0 h 10000"/>
              <a:gd name="connsiteX0" fmla="*/ 9 w 15024"/>
              <a:gd name="connsiteY0" fmla="*/ 0 h 10000"/>
              <a:gd name="connsiteX1" fmla="*/ 15000 w 15024"/>
              <a:gd name="connsiteY1" fmla="*/ 2173 h 10000"/>
              <a:gd name="connsiteX2" fmla="*/ 15024 w 15024"/>
              <a:gd name="connsiteY2" fmla="*/ 7919 h 10000"/>
              <a:gd name="connsiteX3" fmla="*/ 0 w 15024"/>
              <a:gd name="connsiteY3" fmla="*/ 10000 h 10000"/>
              <a:gd name="connsiteX4" fmla="*/ 9 w 15024"/>
              <a:gd name="connsiteY4" fmla="*/ 0 h 10000"/>
              <a:gd name="connsiteX0" fmla="*/ 9 w 15024"/>
              <a:gd name="connsiteY0" fmla="*/ 0 h 10000"/>
              <a:gd name="connsiteX1" fmla="*/ 15000 w 15024"/>
              <a:gd name="connsiteY1" fmla="*/ 2173 h 10000"/>
              <a:gd name="connsiteX2" fmla="*/ 15024 w 15024"/>
              <a:gd name="connsiteY2" fmla="*/ 7906 h 10000"/>
              <a:gd name="connsiteX3" fmla="*/ 0 w 15024"/>
              <a:gd name="connsiteY3" fmla="*/ 10000 h 10000"/>
              <a:gd name="connsiteX4" fmla="*/ 9 w 15024"/>
              <a:gd name="connsiteY4" fmla="*/ 0 h 10000"/>
              <a:gd name="connsiteX0" fmla="*/ 1 w 15016"/>
              <a:gd name="connsiteY0" fmla="*/ 0 h 10053"/>
              <a:gd name="connsiteX1" fmla="*/ 14992 w 15016"/>
              <a:gd name="connsiteY1" fmla="*/ 2173 h 10053"/>
              <a:gd name="connsiteX2" fmla="*/ 15016 w 15016"/>
              <a:gd name="connsiteY2" fmla="*/ 7906 h 10053"/>
              <a:gd name="connsiteX3" fmla="*/ 20 w 15016"/>
              <a:gd name="connsiteY3" fmla="*/ 10053 h 10053"/>
              <a:gd name="connsiteX4" fmla="*/ 1 w 15016"/>
              <a:gd name="connsiteY4" fmla="*/ 0 h 10053"/>
              <a:gd name="connsiteX0" fmla="*/ 9 w 15024"/>
              <a:gd name="connsiteY0" fmla="*/ 0 h 10040"/>
              <a:gd name="connsiteX1" fmla="*/ 15000 w 15024"/>
              <a:gd name="connsiteY1" fmla="*/ 2173 h 10040"/>
              <a:gd name="connsiteX2" fmla="*/ 15024 w 15024"/>
              <a:gd name="connsiteY2" fmla="*/ 7906 h 10040"/>
              <a:gd name="connsiteX3" fmla="*/ 0 w 15024"/>
              <a:gd name="connsiteY3" fmla="*/ 10040 h 10040"/>
              <a:gd name="connsiteX4" fmla="*/ 9 w 15024"/>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48"/>
              <a:gd name="connsiteY0" fmla="*/ 0 h 10040"/>
              <a:gd name="connsiteX1" fmla="*/ 15139 w 15148"/>
              <a:gd name="connsiteY1" fmla="*/ 2200 h 10040"/>
              <a:gd name="connsiteX2" fmla="*/ 15135 w 15148"/>
              <a:gd name="connsiteY2" fmla="*/ 7906 h 10040"/>
              <a:gd name="connsiteX3" fmla="*/ 0 w 15148"/>
              <a:gd name="connsiteY3" fmla="*/ 10040 h 10040"/>
              <a:gd name="connsiteX4" fmla="*/ 9 w 15148"/>
              <a:gd name="connsiteY4" fmla="*/ 0 h 10040"/>
              <a:gd name="connsiteX0" fmla="*/ 9 w 15143"/>
              <a:gd name="connsiteY0" fmla="*/ 0 h 10040"/>
              <a:gd name="connsiteX1" fmla="*/ 15111 w 15143"/>
              <a:gd name="connsiteY1" fmla="*/ 2240 h 10040"/>
              <a:gd name="connsiteX2" fmla="*/ 15135 w 15143"/>
              <a:gd name="connsiteY2" fmla="*/ 7906 h 10040"/>
              <a:gd name="connsiteX3" fmla="*/ 0 w 15143"/>
              <a:gd name="connsiteY3" fmla="*/ 10040 h 10040"/>
              <a:gd name="connsiteX4" fmla="*/ 9 w 15143"/>
              <a:gd name="connsiteY4" fmla="*/ 0 h 10040"/>
              <a:gd name="connsiteX0" fmla="*/ 9 w 15141"/>
              <a:gd name="connsiteY0" fmla="*/ 0 h 10040"/>
              <a:gd name="connsiteX1" fmla="*/ 15083 w 15141"/>
              <a:gd name="connsiteY1" fmla="*/ 2187 h 10040"/>
              <a:gd name="connsiteX2" fmla="*/ 15135 w 15141"/>
              <a:gd name="connsiteY2" fmla="*/ 7906 h 10040"/>
              <a:gd name="connsiteX3" fmla="*/ 0 w 15141"/>
              <a:gd name="connsiteY3" fmla="*/ 10040 h 10040"/>
              <a:gd name="connsiteX4" fmla="*/ 9 w 15141"/>
              <a:gd name="connsiteY4" fmla="*/ 0 h 10040"/>
              <a:gd name="connsiteX0" fmla="*/ 9 w 15083"/>
              <a:gd name="connsiteY0" fmla="*/ 0 h 10040"/>
              <a:gd name="connsiteX1" fmla="*/ 15083 w 15083"/>
              <a:gd name="connsiteY1" fmla="*/ 2187 h 10040"/>
              <a:gd name="connsiteX2" fmla="*/ 15052 w 15083"/>
              <a:gd name="connsiteY2" fmla="*/ 7906 h 10040"/>
              <a:gd name="connsiteX3" fmla="*/ 0 w 15083"/>
              <a:gd name="connsiteY3" fmla="*/ 10040 h 10040"/>
              <a:gd name="connsiteX4" fmla="*/ 9 w 15083"/>
              <a:gd name="connsiteY4" fmla="*/ 0 h 10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83" h="10040">
                <a:moveTo>
                  <a:pt x="9" y="0"/>
                </a:moveTo>
                <a:lnTo>
                  <a:pt x="15083" y="2187"/>
                </a:lnTo>
                <a:cubicBezTo>
                  <a:pt x="15081" y="2167"/>
                  <a:pt x="15081" y="7843"/>
                  <a:pt x="15052" y="7906"/>
                </a:cubicBezTo>
                <a:cubicBezTo>
                  <a:pt x="15047" y="7857"/>
                  <a:pt x="-38" y="10045"/>
                  <a:pt x="0" y="10040"/>
                </a:cubicBezTo>
                <a:cubicBezTo>
                  <a:pt x="6" y="5848"/>
                  <a:pt x="3" y="4192"/>
                  <a:pt x="9" y="0"/>
                </a:cubicBezTo>
                <a:close/>
              </a:path>
            </a:pathLst>
          </a:custGeom>
        </p:spPr>
        <p:txBody>
          <a:bodyPr anchor="ctr" anchorCtr="0">
            <a:normAutofit/>
          </a:bodyPr>
          <a:lstStyle>
            <a:lvl1pPr marL="0" marR="0" indent="0" algn="l" defTabSz="1243266" rtl="0" eaLnBrk="1" fontAlgn="base" latinLnBrk="0" hangingPunct="1">
              <a:lnSpc>
                <a:spcPct val="95000"/>
              </a:lnSpc>
              <a:spcBef>
                <a:spcPts val="0"/>
              </a:spcBef>
              <a:spcAft>
                <a:spcPts val="0"/>
              </a:spcAft>
              <a:buClr>
                <a:schemeClr val="accent1"/>
              </a:buClr>
              <a:buSzPct val="110000"/>
              <a:buFont typeface="Avenir LT Pro 45 Book" charset="0"/>
              <a:buNone/>
              <a:tabLst/>
              <a:defRPr sz="1600"/>
            </a:lvl1pPr>
          </a:lstStyle>
          <a:p>
            <a:r>
              <a:rPr lang="en-US" smtClean="0"/>
              <a:t>Click icon to add picture</a:t>
            </a:r>
            <a:endParaRPr lang="en-US" dirty="0"/>
          </a:p>
        </p:txBody>
      </p:sp>
      <p:sp>
        <p:nvSpPr>
          <p:cNvPr id="2" name="Title 1"/>
          <p:cNvSpPr>
            <a:spLocks noGrp="1"/>
          </p:cNvSpPr>
          <p:nvPr>
            <p:ph type="title" hasCustomPrompt="1"/>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2991420366"/>
      </p:ext>
    </p:extLst>
  </p:cSld>
  <p:clrMapOvr>
    <a:masterClrMapping/>
  </p:clrMapOvr>
  <p:transition>
    <p:fade/>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chemeClr val="bg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Wingdings" panose="05000000000000000000" pitchFamily="2" charset="2"/>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Wingdings" panose="05000000000000000000" pitchFamily="2" charset="2"/>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Wingdings" panose="05000000000000000000" pitchFamily="2" charset="2"/>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Wingdings" panose="05000000000000000000" pitchFamily="2" charset="2"/>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Wingdings" panose="05000000000000000000" pitchFamily="2" charset="2"/>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C9E"/>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165911206"/>
      </p:ext>
    </p:extLst>
  </p:cSld>
  <p:clrMapOvr>
    <a:masterClrMapping/>
  </p:clrMapOvr>
  <p:transition>
    <p:fade/>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6540" y="5783263"/>
            <a:ext cx="9142098" cy="902608"/>
          </a:xfrm>
          <a:noFill/>
        </p:spPr>
        <p:txBody>
          <a:bodyPr lIns="146304" tIns="109728" rIns="146304" bIns="109728" anchor="b">
            <a:noAutofit/>
          </a:bodyPr>
          <a:lstStyle>
            <a:lvl1pPr marL="0" indent="0">
              <a:spcBef>
                <a:spcPts val="0"/>
              </a:spcBef>
              <a:buNone/>
              <a:defRPr sz="2000" spc="0" baseline="0">
                <a:gradFill>
                  <a:gsLst>
                    <a:gs pos="0">
                      <a:schemeClr val="tx1"/>
                    </a:gs>
                    <a:gs pos="100000">
                      <a:schemeClr val="tx1"/>
                    </a:gs>
                  </a:gsLst>
                  <a:lin ang="5400000" scaled="0"/>
                </a:gradFill>
                <a:latin typeface="+mn-lt"/>
              </a:defRPr>
            </a:lvl1pPr>
          </a:lstStyle>
          <a:p>
            <a:pPr lvl="0"/>
            <a:r>
              <a:rPr lang="en-US" dirty="0" smtClean="0"/>
              <a:t>Speaker Name</a:t>
            </a:r>
          </a:p>
        </p:txBody>
      </p:sp>
      <p:sp>
        <p:nvSpPr>
          <p:cNvPr id="9" name="Title 1"/>
          <p:cNvSpPr>
            <a:spLocks noGrp="1"/>
          </p:cNvSpPr>
          <p:nvPr>
            <p:ph type="title" hasCustomPrompt="1"/>
          </p:nvPr>
        </p:nvSpPr>
        <p:spPr>
          <a:xfrm>
            <a:off x="274702" y="2117165"/>
            <a:ext cx="11887135" cy="1837298"/>
          </a:xfrm>
          <a:noFill/>
        </p:spPr>
        <p:txBody>
          <a:bodyPr lIns="146304" tIns="91440" rIns="146304" bIns="91440" anchor="t" anchorCtr="0"/>
          <a:lstStyle>
            <a:lvl1pPr>
              <a:defRPr sz="5400" spc="-100" baseline="0">
                <a:gradFill>
                  <a:gsLst>
                    <a:gs pos="3333">
                      <a:schemeClr val="tx1"/>
                    </a:gs>
                    <a:gs pos="39000">
                      <a:schemeClr val="tx1"/>
                    </a:gs>
                  </a:gsLst>
                  <a:lin ang="5400000" scaled="0"/>
                </a:gradFill>
              </a:defRPr>
            </a:lvl1pPr>
          </a:lstStyle>
          <a:p>
            <a:r>
              <a:rPr lang="en-US" dirty="0" smtClean="0"/>
              <a:t>Presentation title</a:t>
            </a:r>
            <a:endParaRPr lang="en-US" dirty="0"/>
          </a:p>
        </p:txBody>
      </p:sp>
      <p:pic>
        <p:nvPicPr>
          <p:cNvPr id="4" name="Picture 3"/>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invGray">
          <a:xfrm>
            <a:off x="10129837" y="6126162"/>
            <a:ext cx="1849602" cy="394827"/>
          </a:xfrm>
          <a:prstGeom prst="rect">
            <a:avLst/>
          </a:prstGeom>
          <a:noFill/>
          <a:ln>
            <a:noFill/>
          </a:ln>
        </p:spPr>
      </p:pic>
    </p:spTree>
    <p:extLst>
      <p:ext uri="{BB962C8B-B14F-4D97-AF65-F5344CB8AC3E}">
        <p14:creationId xmlns:p14="http://schemas.microsoft.com/office/powerpoint/2010/main" val="369917336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4406">
          <p15:clr>
            <a:srgbClr val="C35E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 2">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6540" y="5783263"/>
            <a:ext cx="9142098" cy="902608"/>
          </a:xfrm>
          <a:noFill/>
        </p:spPr>
        <p:txBody>
          <a:bodyPr lIns="146304" tIns="109728" rIns="146304" bIns="109728" anchor="b">
            <a:noAutofit/>
          </a:bodyPr>
          <a:lstStyle>
            <a:lvl1pPr marL="0" indent="0">
              <a:spcBef>
                <a:spcPts val="0"/>
              </a:spcBef>
              <a:buNone/>
              <a:defRPr sz="2000" spc="0" baseline="0">
                <a:gradFill>
                  <a:gsLst>
                    <a:gs pos="0">
                      <a:schemeClr val="tx1"/>
                    </a:gs>
                    <a:gs pos="100000">
                      <a:schemeClr val="tx1"/>
                    </a:gs>
                  </a:gsLst>
                  <a:lin ang="5400000" scaled="0"/>
                </a:gradFill>
                <a:latin typeface="+mn-lt"/>
              </a:defRPr>
            </a:lvl1pPr>
          </a:lstStyle>
          <a:p>
            <a:pPr lvl="0"/>
            <a:r>
              <a:rPr lang="en-US" dirty="0" smtClean="0"/>
              <a:t>Speaker Name</a:t>
            </a:r>
          </a:p>
        </p:txBody>
      </p:sp>
      <p:sp>
        <p:nvSpPr>
          <p:cNvPr id="9" name="Title 1"/>
          <p:cNvSpPr>
            <a:spLocks noGrp="1"/>
          </p:cNvSpPr>
          <p:nvPr>
            <p:ph type="title" hasCustomPrompt="1"/>
          </p:nvPr>
        </p:nvSpPr>
        <p:spPr>
          <a:xfrm>
            <a:off x="274702" y="2117165"/>
            <a:ext cx="11887135" cy="1837298"/>
          </a:xfrm>
          <a:noFill/>
        </p:spPr>
        <p:txBody>
          <a:bodyPr lIns="146304" tIns="91440" rIns="146304" bIns="91440" anchor="t" anchorCtr="0"/>
          <a:lstStyle>
            <a:lvl1pPr>
              <a:defRPr sz="5400" spc="-100" baseline="0">
                <a:gradFill>
                  <a:gsLst>
                    <a:gs pos="3333">
                      <a:schemeClr val="tx1"/>
                    </a:gs>
                    <a:gs pos="39000">
                      <a:schemeClr val="tx1"/>
                    </a:gs>
                  </a:gsLst>
                  <a:lin ang="5400000" scaled="0"/>
                </a:gradFill>
              </a:defRPr>
            </a:lvl1pPr>
          </a:lstStyle>
          <a:p>
            <a:r>
              <a:rPr lang="en-US" dirty="0" smtClean="0"/>
              <a:t>Presentation title</a:t>
            </a:r>
            <a:endParaRPr lang="en-US" dirty="0"/>
          </a:p>
        </p:txBody>
      </p:sp>
      <p:sp>
        <p:nvSpPr>
          <p:cNvPr id="4" name="Freeform 3"/>
          <p:cNvSpPr>
            <a:spLocks noChangeAspect="1" noEditPoints="1"/>
          </p:cNvSpPr>
          <p:nvPr userDrawn="1"/>
        </p:nvSpPr>
        <p:spPr bwMode="black">
          <a:xfrm>
            <a:off x="10332993" y="6103269"/>
            <a:ext cx="1639861" cy="411480"/>
          </a:xfrm>
          <a:custGeom>
            <a:avLst/>
            <a:gdLst>
              <a:gd name="T0" fmla="*/ 336 w 2176"/>
              <a:gd name="T1" fmla="*/ 2 h 546"/>
              <a:gd name="T2" fmla="*/ 269 w 2176"/>
              <a:gd name="T3" fmla="*/ 2 h 546"/>
              <a:gd name="T4" fmla="*/ 48 w 2176"/>
              <a:gd name="T5" fmla="*/ 538 h 546"/>
              <a:gd name="T6" fmla="*/ 2128 w 2176"/>
              <a:gd name="T7" fmla="*/ 2 h 546"/>
              <a:gd name="T8" fmla="*/ 2176 w 2176"/>
              <a:gd name="T9" fmla="*/ 2 h 546"/>
              <a:gd name="T10" fmla="*/ 1049 w 2176"/>
              <a:gd name="T11" fmla="*/ 175 h 546"/>
              <a:gd name="T12" fmla="*/ 1025 w 2176"/>
              <a:gd name="T13" fmla="*/ 454 h 546"/>
              <a:gd name="T14" fmla="*/ 937 w 2176"/>
              <a:gd name="T15" fmla="*/ 473 h 546"/>
              <a:gd name="T16" fmla="*/ 892 w 2176"/>
              <a:gd name="T17" fmla="*/ 384 h 546"/>
              <a:gd name="T18" fmla="*/ 809 w 2176"/>
              <a:gd name="T19" fmla="*/ 394 h 546"/>
              <a:gd name="T20" fmla="*/ 975 w 2176"/>
              <a:gd name="T21" fmla="*/ 540 h 546"/>
              <a:gd name="T22" fmla="*/ 1048 w 2176"/>
              <a:gd name="T23" fmla="*/ 482 h 546"/>
              <a:gd name="T24" fmla="*/ 1131 w 2176"/>
              <a:gd name="T25" fmla="*/ 536 h 546"/>
              <a:gd name="T26" fmla="*/ 1293 w 2176"/>
              <a:gd name="T27" fmla="*/ 14 h 546"/>
              <a:gd name="T28" fmla="*/ 1238 w 2176"/>
              <a:gd name="T29" fmla="*/ 3 h 546"/>
              <a:gd name="T30" fmla="*/ 1207 w 2176"/>
              <a:gd name="T31" fmla="*/ 48 h 546"/>
              <a:gd name="T32" fmla="*/ 1237 w 2176"/>
              <a:gd name="T33" fmla="*/ 91 h 546"/>
              <a:gd name="T34" fmla="*/ 1293 w 2176"/>
              <a:gd name="T35" fmla="*/ 81 h 546"/>
              <a:gd name="T36" fmla="*/ 1216 w 2176"/>
              <a:gd name="T37" fmla="*/ 536 h 546"/>
              <a:gd name="T38" fmla="*/ 1216 w 2176"/>
              <a:gd name="T39" fmla="*/ 175 h 546"/>
              <a:gd name="T40" fmla="*/ 1457 w 2176"/>
              <a:gd name="T41" fmla="*/ 536 h 546"/>
              <a:gd name="T42" fmla="*/ 1376 w 2176"/>
              <a:gd name="T43" fmla="*/ 536 h 546"/>
              <a:gd name="T44" fmla="*/ 729 w 2176"/>
              <a:gd name="T45" fmla="*/ 213 h 546"/>
              <a:gd name="T46" fmla="*/ 573 w 2176"/>
              <a:gd name="T47" fmla="*/ 163 h 546"/>
              <a:gd name="T48" fmla="*/ 491 w 2176"/>
              <a:gd name="T49" fmla="*/ 226 h 546"/>
              <a:gd name="T50" fmla="*/ 460 w 2176"/>
              <a:gd name="T51" fmla="*/ 2 h 546"/>
              <a:gd name="T52" fmla="*/ 489 w 2176"/>
              <a:gd name="T53" fmla="*/ 537 h 546"/>
              <a:gd name="T54" fmla="*/ 509 w 2176"/>
              <a:gd name="T55" fmla="*/ 512 h 546"/>
              <a:gd name="T56" fmla="*/ 596 w 2176"/>
              <a:gd name="T57" fmla="*/ 546 h 546"/>
              <a:gd name="T58" fmla="*/ 754 w 2176"/>
              <a:gd name="T59" fmla="*/ 423 h 546"/>
              <a:gd name="T60" fmla="*/ 671 w 2176"/>
              <a:gd name="T61" fmla="*/ 400 h 546"/>
              <a:gd name="T62" fmla="*/ 578 w 2176"/>
              <a:gd name="T63" fmla="*/ 478 h 546"/>
              <a:gd name="T64" fmla="*/ 495 w 2176"/>
              <a:gd name="T65" fmla="*/ 421 h 546"/>
              <a:gd name="T66" fmla="*/ 496 w 2176"/>
              <a:gd name="T67" fmla="*/ 291 h 546"/>
              <a:gd name="T68" fmla="*/ 586 w 2176"/>
              <a:gd name="T69" fmla="*/ 226 h 546"/>
              <a:gd name="T70" fmla="*/ 672 w 2176"/>
              <a:gd name="T71" fmla="*/ 293 h 546"/>
              <a:gd name="T72" fmla="*/ 1866 w 2176"/>
              <a:gd name="T73" fmla="*/ 2 h 546"/>
              <a:gd name="T74" fmla="*/ 1783 w 2176"/>
              <a:gd name="T75" fmla="*/ 220 h 546"/>
              <a:gd name="T76" fmla="*/ 1716 w 2176"/>
              <a:gd name="T77" fmla="*/ 171 h 546"/>
              <a:gd name="T78" fmla="*/ 1561 w 2176"/>
              <a:gd name="T79" fmla="*/ 220 h 546"/>
              <a:gd name="T80" fmla="*/ 1526 w 2176"/>
              <a:gd name="T81" fmla="*/ 443 h 546"/>
              <a:gd name="T82" fmla="*/ 1665 w 2176"/>
              <a:gd name="T83" fmla="*/ 546 h 546"/>
              <a:gd name="T84" fmla="*/ 1763 w 2176"/>
              <a:gd name="T85" fmla="*/ 507 h 546"/>
              <a:gd name="T86" fmla="*/ 1785 w 2176"/>
              <a:gd name="T87" fmla="*/ 537 h 546"/>
              <a:gd name="T88" fmla="*/ 1778 w 2176"/>
              <a:gd name="T89" fmla="*/ 413 h 546"/>
              <a:gd name="T90" fmla="*/ 1692 w 2176"/>
              <a:gd name="T91" fmla="*/ 479 h 546"/>
              <a:gd name="T92" fmla="*/ 1607 w 2176"/>
              <a:gd name="T93" fmla="*/ 414 h 546"/>
              <a:gd name="T94" fmla="*/ 1624 w 2176"/>
              <a:gd name="T95" fmla="*/ 269 h 546"/>
              <a:gd name="T96" fmla="*/ 1732 w 2176"/>
              <a:gd name="T97" fmla="*/ 241 h 546"/>
              <a:gd name="T98" fmla="*/ 1786 w 2176"/>
              <a:gd name="T99" fmla="*/ 326 h 5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76" h="546">
                <a:moveTo>
                  <a:pt x="163" y="538"/>
                </a:moveTo>
                <a:cubicBezTo>
                  <a:pt x="116" y="538"/>
                  <a:pt x="116" y="538"/>
                  <a:pt x="116" y="538"/>
                </a:cubicBezTo>
                <a:cubicBezTo>
                  <a:pt x="336" y="2"/>
                  <a:pt x="336" y="2"/>
                  <a:pt x="336" y="2"/>
                </a:cubicBezTo>
                <a:cubicBezTo>
                  <a:pt x="384" y="2"/>
                  <a:pt x="384" y="2"/>
                  <a:pt x="384" y="2"/>
                </a:cubicBezTo>
                <a:lnTo>
                  <a:pt x="163" y="538"/>
                </a:lnTo>
                <a:close/>
                <a:moveTo>
                  <a:pt x="269" y="2"/>
                </a:moveTo>
                <a:cubicBezTo>
                  <a:pt x="221" y="2"/>
                  <a:pt x="221" y="2"/>
                  <a:pt x="221" y="2"/>
                </a:cubicBezTo>
                <a:cubicBezTo>
                  <a:pt x="0" y="538"/>
                  <a:pt x="0" y="538"/>
                  <a:pt x="0" y="538"/>
                </a:cubicBezTo>
                <a:cubicBezTo>
                  <a:pt x="48" y="538"/>
                  <a:pt x="48" y="538"/>
                  <a:pt x="48" y="538"/>
                </a:cubicBezTo>
                <a:lnTo>
                  <a:pt x="269" y="2"/>
                </a:lnTo>
                <a:close/>
                <a:moveTo>
                  <a:pt x="2176" y="2"/>
                </a:moveTo>
                <a:cubicBezTo>
                  <a:pt x="2128" y="2"/>
                  <a:pt x="2128" y="2"/>
                  <a:pt x="2128" y="2"/>
                </a:cubicBezTo>
                <a:cubicBezTo>
                  <a:pt x="1908" y="538"/>
                  <a:pt x="1908" y="538"/>
                  <a:pt x="1908" y="538"/>
                </a:cubicBezTo>
                <a:cubicBezTo>
                  <a:pt x="1955" y="538"/>
                  <a:pt x="1955" y="538"/>
                  <a:pt x="1955" y="538"/>
                </a:cubicBezTo>
                <a:lnTo>
                  <a:pt x="2176" y="2"/>
                </a:lnTo>
                <a:close/>
                <a:moveTo>
                  <a:pt x="1131" y="536"/>
                </a:moveTo>
                <a:cubicBezTo>
                  <a:pt x="1131" y="175"/>
                  <a:pt x="1131" y="175"/>
                  <a:pt x="1131" y="175"/>
                </a:cubicBezTo>
                <a:cubicBezTo>
                  <a:pt x="1049" y="175"/>
                  <a:pt x="1049" y="175"/>
                  <a:pt x="1049" y="175"/>
                </a:cubicBezTo>
                <a:cubicBezTo>
                  <a:pt x="1049" y="384"/>
                  <a:pt x="1049" y="384"/>
                  <a:pt x="1049" y="384"/>
                </a:cubicBezTo>
                <a:cubicBezTo>
                  <a:pt x="1049" y="399"/>
                  <a:pt x="1047" y="412"/>
                  <a:pt x="1042" y="424"/>
                </a:cubicBezTo>
                <a:cubicBezTo>
                  <a:pt x="1038" y="436"/>
                  <a:pt x="1032" y="446"/>
                  <a:pt x="1025" y="454"/>
                </a:cubicBezTo>
                <a:cubicBezTo>
                  <a:pt x="1017" y="462"/>
                  <a:pt x="1009" y="468"/>
                  <a:pt x="999" y="472"/>
                </a:cubicBezTo>
                <a:cubicBezTo>
                  <a:pt x="989" y="476"/>
                  <a:pt x="978" y="478"/>
                  <a:pt x="967" y="478"/>
                </a:cubicBezTo>
                <a:cubicBezTo>
                  <a:pt x="956" y="478"/>
                  <a:pt x="946" y="476"/>
                  <a:pt x="937" y="473"/>
                </a:cubicBezTo>
                <a:cubicBezTo>
                  <a:pt x="927" y="470"/>
                  <a:pt x="920" y="464"/>
                  <a:pt x="913" y="457"/>
                </a:cubicBezTo>
                <a:cubicBezTo>
                  <a:pt x="906" y="449"/>
                  <a:pt x="901" y="440"/>
                  <a:pt x="897" y="428"/>
                </a:cubicBezTo>
                <a:cubicBezTo>
                  <a:pt x="894" y="416"/>
                  <a:pt x="892" y="401"/>
                  <a:pt x="892" y="384"/>
                </a:cubicBezTo>
                <a:cubicBezTo>
                  <a:pt x="892" y="175"/>
                  <a:pt x="892" y="175"/>
                  <a:pt x="892" y="175"/>
                </a:cubicBezTo>
                <a:cubicBezTo>
                  <a:pt x="809" y="175"/>
                  <a:pt x="809" y="175"/>
                  <a:pt x="809" y="175"/>
                </a:cubicBezTo>
                <a:cubicBezTo>
                  <a:pt x="809" y="394"/>
                  <a:pt x="809" y="394"/>
                  <a:pt x="809" y="394"/>
                </a:cubicBezTo>
                <a:cubicBezTo>
                  <a:pt x="809" y="444"/>
                  <a:pt x="821" y="482"/>
                  <a:pt x="843" y="507"/>
                </a:cubicBezTo>
                <a:cubicBezTo>
                  <a:pt x="865" y="532"/>
                  <a:pt x="897" y="545"/>
                  <a:pt x="939" y="545"/>
                </a:cubicBezTo>
                <a:cubicBezTo>
                  <a:pt x="951" y="545"/>
                  <a:pt x="963" y="543"/>
                  <a:pt x="975" y="540"/>
                </a:cubicBezTo>
                <a:cubicBezTo>
                  <a:pt x="986" y="537"/>
                  <a:pt x="996" y="532"/>
                  <a:pt x="1005" y="526"/>
                </a:cubicBezTo>
                <a:cubicBezTo>
                  <a:pt x="1014" y="521"/>
                  <a:pt x="1022" y="514"/>
                  <a:pt x="1029" y="506"/>
                </a:cubicBezTo>
                <a:cubicBezTo>
                  <a:pt x="1037" y="499"/>
                  <a:pt x="1043" y="490"/>
                  <a:pt x="1048" y="482"/>
                </a:cubicBezTo>
                <a:cubicBezTo>
                  <a:pt x="1049" y="482"/>
                  <a:pt x="1049" y="482"/>
                  <a:pt x="1049" y="482"/>
                </a:cubicBezTo>
                <a:cubicBezTo>
                  <a:pt x="1049" y="536"/>
                  <a:pt x="1049" y="536"/>
                  <a:pt x="1049" y="536"/>
                </a:cubicBezTo>
                <a:lnTo>
                  <a:pt x="1131" y="536"/>
                </a:lnTo>
                <a:close/>
                <a:moveTo>
                  <a:pt x="1307" y="48"/>
                </a:moveTo>
                <a:cubicBezTo>
                  <a:pt x="1307" y="41"/>
                  <a:pt x="1306" y="35"/>
                  <a:pt x="1303" y="29"/>
                </a:cubicBezTo>
                <a:cubicBezTo>
                  <a:pt x="1301" y="23"/>
                  <a:pt x="1297" y="18"/>
                  <a:pt x="1293" y="14"/>
                </a:cubicBezTo>
                <a:cubicBezTo>
                  <a:pt x="1288" y="9"/>
                  <a:pt x="1283" y="6"/>
                  <a:pt x="1277" y="3"/>
                </a:cubicBezTo>
                <a:cubicBezTo>
                  <a:pt x="1271" y="1"/>
                  <a:pt x="1264" y="0"/>
                  <a:pt x="1257" y="0"/>
                </a:cubicBezTo>
                <a:cubicBezTo>
                  <a:pt x="1250" y="0"/>
                  <a:pt x="1244" y="1"/>
                  <a:pt x="1238" y="3"/>
                </a:cubicBezTo>
                <a:cubicBezTo>
                  <a:pt x="1232" y="6"/>
                  <a:pt x="1226" y="9"/>
                  <a:pt x="1222" y="13"/>
                </a:cubicBezTo>
                <a:cubicBezTo>
                  <a:pt x="1217" y="18"/>
                  <a:pt x="1214" y="23"/>
                  <a:pt x="1211" y="29"/>
                </a:cubicBezTo>
                <a:cubicBezTo>
                  <a:pt x="1209" y="34"/>
                  <a:pt x="1207" y="41"/>
                  <a:pt x="1207" y="48"/>
                </a:cubicBezTo>
                <a:cubicBezTo>
                  <a:pt x="1207" y="54"/>
                  <a:pt x="1209" y="60"/>
                  <a:pt x="1211" y="66"/>
                </a:cubicBezTo>
                <a:cubicBezTo>
                  <a:pt x="1214" y="72"/>
                  <a:pt x="1217" y="77"/>
                  <a:pt x="1221" y="81"/>
                </a:cubicBezTo>
                <a:cubicBezTo>
                  <a:pt x="1226" y="85"/>
                  <a:pt x="1231" y="88"/>
                  <a:pt x="1237" y="91"/>
                </a:cubicBezTo>
                <a:cubicBezTo>
                  <a:pt x="1243" y="93"/>
                  <a:pt x="1250" y="95"/>
                  <a:pt x="1257" y="95"/>
                </a:cubicBezTo>
                <a:cubicBezTo>
                  <a:pt x="1264" y="95"/>
                  <a:pt x="1271" y="93"/>
                  <a:pt x="1277" y="91"/>
                </a:cubicBezTo>
                <a:cubicBezTo>
                  <a:pt x="1283" y="88"/>
                  <a:pt x="1289" y="85"/>
                  <a:pt x="1293" y="81"/>
                </a:cubicBezTo>
                <a:cubicBezTo>
                  <a:pt x="1297" y="77"/>
                  <a:pt x="1301" y="72"/>
                  <a:pt x="1303" y="66"/>
                </a:cubicBezTo>
                <a:cubicBezTo>
                  <a:pt x="1306" y="60"/>
                  <a:pt x="1307" y="54"/>
                  <a:pt x="1307" y="48"/>
                </a:cubicBezTo>
                <a:moveTo>
                  <a:pt x="1216" y="536"/>
                </a:moveTo>
                <a:cubicBezTo>
                  <a:pt x="1297" y="536"/>
                  <a:pt x="1297" y="536"/>
                  <a:pt x="1297" y="536"/>
                </a:cubicBezTo>
                <a:cubicBezTo>
                  <a:pt x="1297" y="175"/>
                  <a:pt x="1297" y="175"/>
                  <a:pt x="1297" y="175"/>
                </a:cubicBezTo>
                <a:cubicBezTo>
                  <a:pt x="1216" y="175"/>
                  <a:pt x="1216" y="175"/>
                  <a:pt x="1216" y="175"/>
                </a:cubicBezTo>
                <a:lnTo>
                  <a:pt x="1216" y="536"/>
                </a:lnTo>
                <a:close/>
                <a:moveTo>
                  <a:pt x="1376" y="536"/>
                </a:moveTo>
                <a:cubicBezTo>
                  <a:pt x="1457" y="536"/>
                  <a:pt x="1457" y="536"/>
                  <a:pt x="1457" y="536"/>
                </a:cubicBezTo>
                <a:cubicBezTo>
                  <a:pt x="1457" y="2"/>
                  <a:pt x="1457" y="2"/>
                  <a:pt x="1457" y="2"/>
                </a:cubicBezTo>
                <a:cubicBezTo>
                  <a:pt x="1376" y="2"/>
                  <a:pt x="1376" y="2"/>
                  <a:pt x="1376" y="2"/>
                </a:cubicBezTo>
                <a:lnTo>
                  <a:pt x="1376" y="536"/>
                </a:lnTo>
                <a:close/>
                <a:moveTo>
                  <a:pt x="765" y="342"/>
                </a:moveTo>
                <a:cubicBezTo>
                  <a:pt x="765" y="317"/>
                  <a:pt x="762" y="294"/>
                  <a:pt x="756" y="272"/>
                </a:cubicBezTo>
                <a:cubicBezTo>
                  <a:pt x="750" y="249"/>
                  <a:pt x="741" y="230"/>
                  <a:pt x="729" y="213"/>
                </a:cubicBezTo>
                <a:cubicBezTo>
                  <a:pt x="717" y="196"/>
                  <a:pt x="701" y="183"/>
                  <a:pt x="682" y="173"/>
                </a:cubicBezTo>
                <a:cubicBezTo>
                  <a:pt x="663" y="163"/>
                  <a:pt x="640" y="158"/>
                  <a:pt x="613" y="158"/>
                </a:cubicBezTo>
                <a:cubicBezTo>
                  <a:pt x="599" y="158"/>
                  <a:pt x="585" y="160"/>
                  <a:pt x="573" y="163"/>
                </a:cubicBezTo>
                <a:cubicBezTo>
                  <a:pt x="561" y="166"/>
                  <a:pt x="549" y="171"/>
                  <a:pt x="539" y="177"/>
                </a:cubicBezTo>
                <a:cubicBezTo>
                  <a:pt x="529" y="183"/>
                  <a:pt x="520" y="190"/>
                  <a:pt x="512" y="199"/>
                </a:cubicBezTo>
                <a:cubicBezTo>
                  <a:pt x="504" y="207"/>
                  <a:pt x="497" y="216"/>
                  <a:pt x="491" y="226"/>
                </a:cubicBezTo>
                <a:cubicBezTo>
                  <a:pt x="489" y="226"/>
                  <a:pt x="489" y="226"/>
                  <a:pt x="489" y="226"/>
                </a:cubicBezTo>
                <a:cubicBezTo>
                  <a:pt x="489" y="2"/>
                  <a:pt x="489" y="2"/>
                  <a:pt x="489" y="2"/>
                </a:cubicBezTo>
                <a:cubicBezTo>
                  <a:pt x="460" y="2"/>
                  <a:pt x="460" y="2"/>
                  <a:pt x="460" y="2"/>
                </a:cubicBezTo>
                <a:cubicBezTo>
                  <a:pt x="406" y="133"/>
                  <a:pt x="406" y="133"/>
                  <a:pt x="406" y="133"/>
                </a:cubicBezTo>
                <a:cubicBezTo>
                  <a:pt x="406" y="537"/>
                  <a:pt x="406" y="537"/>
                  <a:pt x="406" y="537"/>
                </a:cubicBezTo>
                <a:cubicBezTo>
                  <a:pt x="489" y="537"/>
                  <a:pt x="489" y="537"/>
                  <a:pt x="489" y="537"/>
                </a:cubicBezTo>
                <a:cubicBezTo>
                  <a:pt x="489" y="490"/>
                  <a:pt x="489" y="490"/>
                  <a:pt x="489" y="490"/>
                </a:cubicBezTo>
                <a:cubicBezTo>
                  <a:pt x="491" y="490"/>
                  <a:pt x="491" y="490"/>
                  <a:pt x="491" y="490"/>
                </a:cubicBezTo>
                <a:cubicBezTo>
                  <a:pt x="496" y="498"/>
                  <a:pt x="502" y="505"/>
                  <a:pt x="509" y="512"/>
                </a:cubicBezTo>
                <a:cubicBezTo>
                  <a:pt x="515" y="519"/>
                  <a:pt x="523" y="525"/>
                  <a:pt x="532" y="530"/>
                </a:cubicBezTo>
                <a:cubicBezTo>
                  <a:pt x="540" y="535"/>
                  <a:pt x="550" y="539"/>
                  <a:pt x="561" y="542"/>
                </a:cubicBezTo>
                <a:cubicBezTo>
                  <a:pt x="571" y="544"/>
                  <a:pt x="583" y="546"/>
                  <a:pt x="596" y="546"/>
                </a:cubicBezTo>
                <a:cubicBezTo>
                  <a:pt x="623" y="546"/>
                  <a:pt x="647" y="541"/>
                  <a:pt x="668" y="530"/>
                </a:cubicBezTo>
                <a:cubicBezTo>
                  <a:pt x="689" y="520"/>
                  <a:pt x="707" y="506"/>
                  <a:pt x="721" y="488"/>
                </a:cubicBezTo>
                <a:cubicBezTo>
                  <a:pt x="736" y="470"/>
                  <a:pt x="747" y="448"/>
                  <a:pt x="754" y="423"/>
                </a:cubicBezTo>
                <a:cubicBezTo>
                  <a:pt x="761" y="398"/>
                  <a:pt x="765" y="371"/>
                  <a:pt x="765" y="342"/>
                </a:cubicBezTo>
                <a:moveTo>
                  <a:pt x="678" y="341"/>
                </a:moveTo>
                <a:cubicBezTo>
                  <a:pt x="678" y="363"/>
                  <a:pt x="676" y="383"/>
                  <a:pt x="671" y="400"/>
                </a:cubicBezTo>
                <a:cubicBezTo>
                  <a:pt x="667" y="418"/>
                  <a:pt x="660" y="432"/>
                  <a:pt x="651" y="443"/>
                </a:cubicBezTo>
                <a:cubicBezTo>
                  <a:pt x="643" y="455"/>
                  <a:pt x="632" y="463"/>
                  <a:pt x="620" y="469"/>
                </a:cubicBezTo>
                <a:cubicBezTo>
                  <a:pt x="607" y="475"/>
                  <a:pt x="593" y="478"/>
                  <a:pt x="578" y="478"/>
                </a:cubicBezTo>
                <a:cubicBezTo>
                  <a:pt x="565" y="478"/>
                  <a:pt x="553" y="475"/>
                  <a:pt x="542" y="470"/>
                </a:cubicBezTo>
                <a:cubicBezTo>
                  <a:pt x="531" y="466"/>
                  <a:pt x="522" y="459"/>
                  <a:pt x="514" y="450"/>
                </a:cubicBezTo>
                <a:cubicBezTo>
                  <a:pt x="506" y="442"/>
                  <a:pt x="500" y="432"/>
                  <a:pt x="495" y="421"/>
                </a:cubicBezTo>
                <a:cubicBezTo>
                  <a:pt x="491" y="410"/>
                  <a:pt x="488" y="397"/>
                  <a:pt x="488" y="384"/>
                </a:cubicBezTo>
                <a:cubicBezTo>
                  <a:pt x="488" y="336"/>
                  <a:pt x="488" y="336"/>
                  <a:pt x="488" y="336"/>
                </a:cubicBezTo>
                <a:cubicBezTo>
                  <a:pt x="488" y="319"/>
                  <a:pt x="491" y="304"/>
                  <a:pt x="496" y="291"/>
                </a:cubicBezTo>
                <a:cubicBezTo>
                  <a:pt x="500" y="278"/>
                  <a:pt x="507" y="266"/>
                  <a:pt x="516" y="257"/>
                </a:cubicBezTo>
                <a:cubicBezTo>
                  <a:pt x="524" y="247"/>
                  <a:pt x="534" y="240"/>
                  <a:pt x="546" y="234"/>
                </a:cubicBezTo>
                <a:cubicBezTo>
                  <a:pt x="558" y="229"/>
                  <a:pt x="571" y="226"/>
                  <a:pt x="586" y="226"/>
                </a:cubicBezTo>
                <a:cubicBezTo>
                  <a:pt x="601" y="226"/>
                  <a:pt x="614" y="229"/>
                  <a:pt x="625" y="234"/>
                </a:cubicBezTo>
                <a:cubicBezTo>
                  <a:pt x="636" y="240"/>
                  <a:pt x="646" y="247"/>
                  <a:pt x="654" y="257"/>
                </a:cubicBezTo>
                <a:cubicBezTo>
                  <a:pt x="662" y="267"/>
                  <a:pt x="668" y="279"/>
                  <a:pt x="672" y="293"/>
                </a:cubicBezTo>
                <a:cubicBezTo>
                  <a:pt x="676" y="307"/>
                  <a:pt x="678" y="323"/>
                  <a:pt x="678" y="341"/>
                </a:cubicBezTo>
                <a:moveTo>
                  <a:pt x="1866" y="537"/>
                </a:moveTo>
                <a:cubicBezTo>
                  <a:pt x="1866" y="2"/>
                  <a:pt x="1866" y="2"/>
                  <a:pt x="1866" y="2"/>
                </a:cubicBezTo>
                <a:cubicBezTo>
                  <a:pt x="1785" y="2"/>
                  <a:pt x="1785" y="2"/>
                  <a:pt x="1785" y="2"/>
                </a:cubicBezTo>
                <a:cubicBezTo>
                  <a:pt x="1785" y="220"/>
                  <a:pt x="1785" y="220"/>
                  <a:pt x="1785" y="220"/>
                </a:cubicBezTo>
                <a:cubicBezTo>
                  <a:pt x="1783" y="220"/>
                  <a:pt x="1783" y="220"/>
                  <a:pt x="1783" y="220"/>
                </a:cubicBezTo>
                <a:cubicBezTo>
                  <a:pt x="1779" y="213"/>
                  <a:pt x="1773" y="206"/>
                  <a:pt x="1767" y="199"/>
                </a:cubicBezTo>
                <a:cubicBezTo>
                  <a:pt x="1760" y="192"/>
                  <a:pt x="1753" y="187"/>
                  <a:pt x="1744" y="182"/>
                </a:cubicBezTo>
                <a:cubicBezTo>
                  <a:pt x="1736" y="177"/>
                  <a:pt x="1726" y="173"/>
                  <a:pt x="1716" y="171"/>
                </a:cubicBezTo>
                <a:cubicBezTo>
                  <a:pt x="1705" y="168"/>
                  <a:pt x="1693" y="167"/>
                  <a:pt x="1681" y="167"/>
                </a:cubicBezTo>
                <a:cubicBezTo>
                  <a:pt x="1656" y="167"/>
                  <a:pt x="1633" y="171"/>
                  <a:pt x="1613" y="181"/>
                </a:cubicBezTo>
                <a:cubicBezTo>
                  <a:pt x="1592" y="190"/>
                  <a:pt x="1575" y="203"/>
                  <a:pt x="1561" y="220"/>
                </a:cubicBezTo>
                <a:cubicBezTo>
                  <a:pt x="1546" y="238"/>
                  <a:pt x="1535" y="259"/>
                  <a:pt x="1527" y="283"/>
                </a:cubicBezTo>
                <a:cubicBezTo>
                  <a:pt x="1519" y="308"/>
                  <a:pt x="1515" y="335"/>
                  <a:pt x="1515" y="365"/>
                </a:cubicBezTo>
                <a:cubicBezTo>
                  <a:pt x="1515" y="394"/>
                  <a:pt x="1519" y="420"/>
                  <a:pt x="1526" y="443"/>
                </a:cubicBezTo>
                <a:cubicBezTo>
                  <a:pt x="1534" y="465"/>
                  <a:pt x="1544" y="484"/>
                  <a:pt x="1558" y="500"/>
                </a:cubicBezTo>
                <a:cubicBezTo>
                  <a:pt x="1571" y="515"/>
                  <a:pt x="1587" y="526"/>
                  <a:pt x="1605" y="534"/>
                </a:cubicBezTo>
                <a:cubicBezTo>
                  <a:pt x="1624" y="542"/>
                  <a:pt x="1643" y="546"/>
                  <a:pt x="1665" y="546"/>
                </a:cubicBezTo>
                <a:cubicBezTo>
                  <a:pt x="1679" y="546"/>
                  <a:pt x="1693" y="544"/>
                  <a:pt x="1705" y="541"/>
                </a:cubicBezTo>
                <a:cubicBezTo>
                  <a:pt x="1717" y="538"/>
                  <a:pt x="1728" y="533"/>
                  <a:pt x="1737" y="528"/>
                </a:cubicBezTo>
                <a:cubicBezTo>
                  <a:pt x="1747" y="522"/>
                  <a:pt x="1756" y="515"/>
                  <a:pt x="1763" y="507"/>
                </a:cubicBezTo>
                <a:cubicBezTo>
                  <a:pt x="1771" y="499"/>
                  <a:pt x="1778" y="490"/>
                  <a:pt x="1783" y="480"/>
                </a:cubicBezTo>
                <a:cubicBezTo>
                  <a:pt x="1785" y="480"/>
                  <a:pt x="1785" y="480"/>
                  <a:pt x="1785" y="480"/>
                </a:cubicBezTo>
                <a:cubicBezTo>
                  <a:pt x="1785" y="537"/>
                  <a:pt x="1785" y="537"/>
                  <a:pt x="1785" y="537"/>
                </a:cubicBezTo>
                <a:lnTo>
                  <a:pt x="1866" y="537"/>
                </a:lnTo>
                <a:close/>
                <a:moveTo>
                  <a:pt x="1786" y="366"/>
                </a:moveTo>
                <a:cubicBezTo>
                  <a:pt x="1786" y="384"/>
                  <a:pt x="1783" y="399"/>
                  <a:pt x="1778" y="413"/>
                </a:cubicBezTo>
                <a:cubicBezTo>
                  <a:pt x="1773" y="427"/>
                  <a:pt x="1767" y="439"/>
                  <a:pt x="1758" y="449"/>
                </a:cubicBezTo>
                <a:cubicBezTo>
                  <a:pt x="1750" y="458"/>
                  <a:pt x="1740" y="466"/>
                  <a:pt x="1728" y="471"/>
                </a:cubicBezTo>
                <a:cubicBezTo>
                  <a:pt x="1717" y="476"/>
                  <a:pt x="1705" y="479"/>
                  <a:pt x="1692" y="479"/>
                </a:cubicBezTo>
                <a:cubicBezTo>
                  <a:pt x="1679" y="479"/>
                  <a:pt x="1667" y="477"/>
                  <a:pt x="1656" y="472"/>
                </a:cubicBezTo>
                <a:cubicBezTo>
                  <a:pt x="1644" y="467"/>
                  <a:pt x="1635" y="460"/>
                  <a:pt x="1626" y="450"/>
                </a:cubicBezTo>
                <a:cubicBezTo>
                  <a:pt x="1618" y="440"/>
                  <a:pt x="1612" y="428"/>
                  <a:pt x="1607" y="414"/>
                </a:cubicBezTo>
                <a:cubicBezTo>
                  <a:pt x="1602" y="399"/>
                  <a:pt x="1600" y="382"/>
                  <a:pt x="1600" y="363"/>
                </a:cubicBezTo>
                <a:cubicBezTo>
                  <a:pt x="1600" y="343"/>
                  <a:pt x="1602" y="325"/>
                  <a:pt x="1606" y="309"/>
                </a:cubicBezTo>
                <a:cubicBezTo>
                  <a:pt x="1610" y="294"/>
                  <a:pt x="1616" y="280"/>
                  <a:pt x="1624" y="269"/>
                </a:cubicBezTo>
                <a:cubicBezTo>
                  <a:pt x="1632" y="257"/>
                  <a:pt x="1642" y="249"/>
                  <a:pt x="1654" y="242"/>
                </a:cubicBezTo>
                <a:cubicBezTo>
                  <a:pt x="1667" y="236"/>
                  <a:pt x="1681" y="233"/>
                  <a:pt x="1697" y="233"/>
                </a:cubicBezTo>
                <a:cubicBezTo>
                  <a:pt x="1709" y="233"/>
                  <a:pt x="1721" y="236"/>
                  <a:pt x="1732" y="241"/>
                </a:cubicBezTo>
                <a:cubicBezTo>
                  <a:pt x="1743" y="245"/>
                  <a:pt x="1752" y="252"/>
                  <a:pt x="1760" y="260"/>
                </a:cubicBezTo>
                <a:cubicBezTo>
                  <a:pt x="1768" y="269"/>
                  <a:pt x="1774" y="279"/>
                  <a:pt x="1779" y="290"/>
                </a:cubicBezTo>
                <a:cubicBezTo>
                  <a:pt x="1783" y="301"/>
                  <a:pt x="1786" y="313"/>
                  <a:pt x="1786" y="326"/>
                </a:cubicBezTo>
                <a:lnTo>
                  <a:pt x="1786" y="366"/>
                </a:lnTo>
                <a:close/>
              </a:path>
            </a:pathLst>
          </a:custGeom>
          <a:solidFill>
            <a:srgbClr val="404040"/>
          </a:solidFill>
          <a:ln>
            <a:noFill/>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Tree>
    <p:extLst>
      <p:ext uri="{BB962C8B-B14F-4D97-AF65-F5344CB8AC3E}">
        <p14:creationId xmlns:p14="http://schemas.microsoft.com/office/powerpoint/2010/main" val="241973747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4406">
          <p15:clr>
            <a:srgbClr val="C35E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228302"/>
          </a:xfrm>
        </p:spPr>
        <p:txBody>
          <a:bodyPr>
            <a:spAutoFit/>
          </a:bodyPr>
          <a:lstStyle>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599970735"/>
      </p:ext>
    </p:extLst>
  </p:cSld>
  <p:clrMapOvr>
    <a:masterClrMapping/>
  </p:clrMapOvr>
  <p:transition>
    <p:fade/>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Content - 2">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383628" y="1668463"/>
            <a:ext cx="8778210" cy="5029200"/>
          </a:xfrm>
        </p:spPr>
        <p:txBody>
          <a:bodyPr wrap="square">
            <a:noAutofit/>
          </a:bodyPr>
          <a:lstStyle>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sz="quarter" idx="11"/>
          </p:nvPr>
        </p:nvSpPr>
        <p:spPr>
          <a:xfrm>
            <a:off x="283148" y="1668463"/>
            <a:ext cx="2743200" cy="5029200"/>
          </a:xfrm>
        </p:spPr>
        <p:txBody>
          <a:bodyPr>
            <a:noAutofit/>
          </a:bodyPr>
          <a:lstStyle>
            <a:lvl1pPr marL="0" indent="0">
              <a:buNone/>
              <a:defRPr kumimoji="0" lang="en-US" sz="2400" b="0" i="0" u="none" strike="noStrike" kern="1200" cap="none" spc="0" normalizeH="0" baseline="0" dirty="0" smtClean="0">
                <a:ln>
                  <a:noFill/>
                </a:ln>
                <a:gradFill>
                  <a:gsLst>
                    <a:gs pos="100000">
                      <a:srgbClr val="000000">
                        <a:lumMod val="75000"/>
                        <a:lumOff val="25000"/>
                      </a:srgbClr>
                    </a:gs>
                    <a:gs pos="0">
                      <a:srgbClr val="000000">
                        <a:lumMod val="75000"/>
                        <a:lumOff val="25000"/>
                      </a:srgbClr>
                    </a:gs>
                  </a:gsLst>
                  <a:lin ang="5400000" scaled="0"/>
                </a:gradFill>
                <a:effectLst/>
                <a:uLnTx/>
                <a:uFillTx/>
                <a:latin typeface="+mn-lt"/>
                <a:ea typeface="+mj-ea"/>
                <a:cs typeface="+mj-cs"/>
              </a:defRPr>
            </a:lvl1pPr>
          </a:lstStyle>
          <a:p>
            <a:pPr marL="0" marR="0" lvl="0" indent="0" algn="l" defTabSz="914166" rtl="0" eaLnBrk="1" fontAlgn="auto" latinLnBrk="0" hangingPunct="1">
              <a:lnSpc>
                <a:spcPct val="100000"/>
              </a:lnSpc>
              <a:spcBef>
                <a:spcPct val="0"/>
              </a:spcBef>
              <a:spcAft>
                <a:spcPts val="0"/>
              </a:spcAft>
              <a:buClrTx/>
              <a:buSzTx/>
              <a:tabLst/>
              <a:defRPr/>
            </a:pPr>
            <a:r>
              <a:rPr lang="en-US" smtClean="0"/>
              <a:t>Click to edit Master text styles</a:t>
            </a:r>
          </a:p>
        </p:txBody>
      </p:sp>
    </p:spTree>
    <p:extLst>
      <p:ext uri="{BB962C8B-B14F-4D97-AF65-F5344CB8AC3E}">
        <p14:creationId xmlns:p14="http://schemas.microsoft.com/office/powerpoint/2010/main" val="1111822738"/>
      </p:ext>
    </p:extLst>
  </p:cSld>
  <p:clrMapOvr>
    <a:masterClrMapping/>
  </p:clrMapOvr>
  <p:transition>
    <p:fade/>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Only Large">
    <p:spTree>
      <p:nvGrpSpPr>
        <p:cNvPr id="1" name=""/>
        <p:cNvGrpSpPr/>
        <p:nvPr/>
      </p:nvGrpSpPr>
      <p:grpSpPr>
        <a:xfrm>
          <a:off x="0" y="0"/>
          <a:ext cx="0" cy="0"/>
          <a:chOff x="0" y="0"/>
          <a:chExt cx="0" cy="0"/>
        </a:xfrm>
      </p:grpSpPr>
      <p:sp>
        <p:nvSpPr>
          <p:cNvPr id="2" name="Title 1"/>
          <p:cNvSpPr>
            <a:spLocks noGrp="1"/>
          </p:cNvSpPr>
          <p:nvPr>
            <p:ph type="title"/>
          </p:nvPr>
        </p:nvSpPr>
        <p:spPr>
          <a:xfrm>
            <a:off x="1189038" y="2125663"/>
            <a:ext cx="10058399" cy="1828800"/>
          </a:xfrm>
        </p:spPr>
        <p:txBody>
          <a:bodyPr/>
          <a:lstStyle>
            <a:lvl1pPr>
              <a:defRPr sz="4800" baseline="0"/>
            </a:lvl1pPr>
          </a:lstStyle>
          <a:p>
            <a:r>
              <a:rPr lang="en-US" smtClean="0"/>
              <a:t>Click to edit Master title style</a:t>
            </a:r>
            <a:endParaRPr lang="en-US" dirty="0"/>
          </a:p>
        </p:txBody>
      </p:sp>
    </p:spTree>
    <p:extLst>
      <p:ext uri="{BB962C8B-B14F-4D97-AF65-F5344CB8AC3E}">
        <p14:creationId xmlns:p14="http://schemas.microsoft.com/office/powerpoint/2010/main" val="375531819"/>
      </p:ext>
    </p:extLst>
  </p:cSld>
  <p:clrMapOvr>
    <a:masterClrMapping/>
  </p:clrMapOvr>
  <p:transition>
    <p:fade/>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sz="quarter" idx="11" hasCustomPrompt="1"/>
          </p:nvPr>
        </p:nvSpPr>
        <p:spPr>
          <a:xfrm>
            <a:off x="283148" y="1668463"/>
            <a:ext cx="2743200" cy="5029200"/>
          </a:xfrm>
        </p:spPr>
        <p:txBody>
          <a:bodyPr>
            <a:noAutofit/>
          </a:bodyPr>
          <a:lstStyle>
            <a:lvl1pPr marL="342900" indent="-342900">
              <a:buNone/>
              <a:defRPr kumimoji="0" lang="en-US" sz="2400" b="0" i="0" u="none" strike="noStrike" kern="1200" cap="none" spc="0" normalizeH="0" baseline="0" dirty="0" smtClean="0">
                <a:ln>
                  <a:noFill/>
                </a:ln>
                <a:gradFill>
                  <a:gsLst>
                    <a:gs pos="100000">
                      <a:srgbClr val="000000">
                        <a:lumMod val="75000"/>
                        <a:lumOff val="25000"/>
                      </a:srgbClr>
                    </a:gs>
                    <a:gs pos="0">
                      <a:srgbClr val="000000">
                        <a:lumMod val="75000"/>
                        <a:lumOff val="25000"/>
                      </a:srgbClr>
                    </a:gs>
                  </a:gsLst>
                  <a:lin ang="5400000" scaled="0"/>
                </a:gradFill>
                <a:effectLst/>
                <a:uLnTx/>
                <a:uFillTx/>
                <a:latin typeface="+mn-lt"/>
                <a:ea typeface="+mj-ea"/>
                <a:cs typeface="+mj-cs"/>
              </a:defRPr>
            </a:lvl1pPr>
          </a:lstStyle>
          <a:p>
            <a:pPr marL="0" marR="0" lvl="0" indent="0" algn="l" defTabSz="914166" rtl="0" eaLnBrk="1" fontAlgn="auto" latinLnBrk="0" hangingPunct="1">
              <a:lnSpc>
                <a:spcPct val="100000"/>
              </a:lnSpc>
              <a:spcBef>
                <a:spcPct val="0"/>
              </a:spcBef>
              <a:spcAft>
                <a:spcPts val="0"/>
              </a:spcAft>
              <a:buClrTx/>
              <a:buSzTx/>
              <a:tabLst/>
              <a:defRPr/>
            </a:pPr>
            <a:r>
              <a:rPr lang="en-US" dirty="0" smtClean="0"/>
              <a:t>Click to edit</a:t>
            </a:r>
            <a:br>
              <a:rPr lang="en-US" dirty="0" smtClean="0"/>
            </a:br>
            <a:r>
              <a:rPr lang="en-US" dirty="0" smtClean="0"/>
              <a:t>Master text styles</a:t>
            </a:r>
          </a:p>
        </p:txBody>
      </p:sp>
    </p:spTree>
    <p:extLst>
      <p:ext uri="{BB962C8B-B14F-4D97-AF65-F5344CB8AC3E}">
        <p14:creationId xmlns:p14="http://schemas.microsoft.com/office/powerpoint/2010/main" val="1184446539"/>
      </p:ext>
    </p:extLst>
  </p:cSld>
  <p:clrMapOvr>
    <a:masterClrMapping/>
  </p:clrMapOvr>
  <p:transition>
    <p:fade/>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lor Shape &amp; Color Background">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wrap="square" lIns="182880" tIns="146304" rIns="182880" bIns="146304" anchor="ctr">
            <a:noAutofit/>
          </a:bodyPr>
          <a:lstStyle>
            <a:lvl1pPr marL="0" indent="0">
              <a:lnSpc>
                <a:spcPct val="95000"/>
              </a:lnSpc>
              <a:spcBef>
                <a:spcPts val="0"/>
              </a:spcBef>
              <a:spcAft>
                <a:spcPts val="1632"/>
              </a:spcAft>
              <a:buNone/>
              <a:defRPr lang="en-US" sz="3600" kern="1200" dirty="0" smtClean="0">
                <a:gradFill>
                  <a:gsLst>
                    <a:gs pos="28302">
                      <a:schemeClr val="tx1">
                        <a:lumMod val="75000"/>
                        <a:lumOff val="25000"/>
                      </a:schemeClr>
                    </a:gs>
                    <a:gs pos="67000">
                      <a:schemeClr val="tx1">
                        <a:lumMod val="75000"/>
                        <a:lumOff val="25000"/>
                      </a:schemeClr>
                    </a:gs>
                  </a:gsLst>
                  <a:lin ang="5400000" scaled="0"/>
                </a:gradFill>
                <a:latin typeface="+mj-lt"/>
                <a:ea typeface="+mn-ea"/>
                <a:cs typeface="+mn-cs"/>
              </a:defRPr>
            </a:lvl1pPr>
            <a:lvl2pPr>
              <a:lnSpc>
                <a:spcPct val="100000"/>
              </a:lnSpc>
              <a:spcBef>
                <a:spcPts val="816"/>
              </a:spcBef>
              <a:defRPr sz="1900">
                <a:solidFill>
                  <a:srgbClr val="FFFFFF"/>
                </a:solidFill>
              </a:defRPr>
            </a:lvl2pPr>
            <a:lvl3pPr>
              <a:lnSpc>
                <a:spcPct val="100000"/>
              </a:lnSpc>
              <a:spcBef>
                <a:spcPts val="816"/>
              </a:spcBef>
              <a:defRPr sz="1900">
                <a:solidFill>
                  <a:srgbClr val="FFFFFF"/>
                </a:solidFill>
              </a:defRPr>
            </a:lvl3pPr>
            <a:lvl4pPr>
              <a:lnSpc>
                <a:spcPct val="100000"/>
              </a:lnSpc>
              <a:spcBef>
                <a:spcPts val="816"/>
              </a:spcBef>
              <a:defRPr sz="1900">
                <a:solidFill>
                  <a:srgbClr val="FFFFFF"/>
                </a:solidFill>
              </a:defRPr>
            </a:lvl4pPr>
            <a:lvl5pPr>
              <a:lnSpc>
                <a:spcPct val="100000"/>
              </a:lnSpc>
              <a:spcBef>
                <a:spcPts val="816"/>
              </a:spcBef>
              <a:defRPr sz="1900">
                <a:solidFill>
                  <a:srgbClr val="FFFFFF"/>
                </a:solidFill>
              </a:defRPr>
            </a:lvl5pPr>
          </a:lstStyle>
          <a:p>
            <a:pPr marL="0" lvl="0" indent="0" algn="l" defTabSz="914166" rtl="0" eaLnBrk="1" latinLnBrk="0" hangingPunct="1">
              <a:spcBef>
                <a:spcPct val="20000"/>
              </a:spcBef>
            </a:pPr>
            <a:r>
              <a:rPr lang="en-US" smtClean="0"/>
              <a:t>Click to edit Master text styles</a:t>
            </a:r>
          </a:p>
        </p:txBody>
      </p:sp>
      <p:sp>
        <p:nvSpPr>
          <p:cNvPr id="15" name="Title 1"/>
          <p:cNvSpPr>
            <a:spLocks noGrp="1"/>
          </p:cNvSpPr>
          <p:nvPr>
            <p:ph type="ctrTitle" hasCustomPrompt="1"/>
          </p:nvPr>
        </p:nvSpPr>
        <p:spPr>
          <a:xfrm>
            <a:off x="274638" y="1537563"/>
            <a:ext cx="3931941" cy="3919398"/>
          </a:xfrm>
          <a:custGeom>
            <a:avLst/>
            <a:gdLst>
              <a:gd name="connsiteX0" fmla="*/ 0 w 2431552"/>
              <a:gd name="connsiteY0" fmla="*/ 0 h 576072"/>
              <a:gd name="connsiteX1" fmla="*/ 2431552 w 2431552"/>
              <a:gd name="connsiteY1" fmla="*/ 0 h 576072"/>
              <a:gd name="connsiteX2" fmla="*/ 2431552 w 2431552"/>
              <a:gd name="connsiteY2" fmla="*/ 576072 h 576072"/>
              <a:gd name="connsiteX3" fmla="*/ 0 w 2431552"/>
              <a:gd name="connsiteY3" fmla="*/ 576072 h 576072"/>
              <a:gd name="connsiteX4" fmla="*/ 0 w 2431552"/>
              <a:gd name="connsiteY4" fmla="*/ 0 h 576072"/>
              <a:gd name="connsiteX0" fmla="*/ 0 w 2610228"/>
              <a:gd name="connsiteY0" fmla="*/ 704193 h 1280265"/>
              <a:gd name="connsiteX1" fmla="*/ 2610228 w 2610228"/>
              <a:gd name="connsiteY1" fmla="*/ 0 h 1280265"/>
              <a:gd name="connsiteX2" fmla="*/ 2431552 w 2610228"/>
              <a:gd name="connsiteY2" fmla="*/ 1280265 h 1280265"/>
              <a:gd name="connsiteX3" fmla="*/ 0 w 2610228"/>
              <a:gd name="connsiteY3" fmla="*/ 1280265 h 1280265"/>
              <a:gd name="connsiteX4" fmla="*/ 0 w 2610228"/>
              <a:gd name="connsiteY4" fmla="*/ 704193 h 1280265"/>
              <a:gd name="connsiteX0" fmla="*/ 0 w 2620739"/>
              <a:gd name="connsiteY0" fmla="*/ 704193 h 2037009"/>
              <a:gd name="connsiteX1" fmla="*/ 2610228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620739"/>
              <a:gd name="connsiteY0" fmla="*/ 483476 h 1816292"/>
              <a:gd name="connsiteX1" fmla="*/ 2389511 w 2620739"/>
              <a:gd name="connsiteY1" fmla="*/ 0 h 1816292"/>
              <a:gd name="connsiteX2" fmla="*/ 2620739 w 2620739"/>
              <a:gd name="connsiteY2" fmla="*/ 1816292 h 1816292"/>
              <a:gd name="connsiteX3" fmla="*/ 0 w 2620739"/>
              <a:gd name="connsiteY3" fmla="*/ 1059548 h 1816292"/>
              <a:gd name="connsiteX4" fmla="*/ 0 w 2620739"/>
              <a:gd name="connsiteY4" fmla="*/ 483476 h 1816292"/>
              <a:gd name="connsiteX0" fmla="*/ 0 w 2620739"/>
              <a:gd name="connsiteY0" fmla="*/ 704193 h 2037009"/>
              <a:gd name="connsiteX1" fmla="*/ 2589207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862477"/>
              <a:gd name="connsiteY0" fmla="*/ 0 h 2425892"/>
              <a:gd name="connsiteX1" fmla="*/ 2830945 w 2862477"/>
              <a:gd name="connsiteY1" fmla="*/ 388883 h 2425892"/>
              <a:gd name="connsiteX2" fmla="*/ 2862477 w 2862477"/>
              <a:gd name="connsiteY2" fmla="*/ 2425892 h 2425892"/>
              <a:gd name="connsiteX3" fmla="*/ 241738 w 2862477"/>
              <a:gd name="connsiteY3" fmla="*/ 1669148 h 2425892"/>
              <a:gd name="connsiteX4" fmla="*/ 0 w 2862477"/>
              <a:gd name="connsiteY4" fmla="*/ 0 h 2425892"/>
              <a:gd name="connsiteX0" fmla="*/ 0 w 2862477"/>
              <a:gd name="connsiteY0" fmla="*/ 0 h 2804265"/>
              <a:gd name="connsiteX1" fmla="*/ 2830945 w 2862477"/>
              <a:gd name="connsiteY1" fmla="*/ 388883 h 2804265"/>
              <a:gd name="connsiteX2" fmla="*/ 2862477 w 2862477"/>
              <a:gd name="connsiteY2" fmla="*/ 2425892 h 2804265"/>
              <a:gd name="connsiteX3" fmla="*/ 21021 w 2862477"/>
              <a:gd name="connsiteY3" fmla="*/ 2804265 h 2804265"/>
              <a:gd name="connsiteX4" fmla="*/ 0 w 2862477"/>
              <a:gd name="connsiteY4" fmla="*/ 0 h 2804265"/>
              <a:gd name="connsiteX0" fmla="*/ 0 w 2967580"/>
              <a:gd name="connsiteY0" fmla="*/ 0 h 2961920"/>
              <a:gd name="connsiteX1" fmla="*/ 2936048 w 2967580"/>
              <a:gd name="connsiteY1" fmla="*/ 546538 h 2961920"/>
              <a:gd name="connsiteX2" fmla="*/ 2967580 w 2967580"/>
              <a:gd name="connsiteY2" fmla="*/ 2583547 h 2961920"/>
              <a:gd name="connsiteX3" fmla="*/ 126124 w 2967580"/>
              <a:gd name="connsiteY3" fmla="*/ 2961920 h 2961920"/>
              <a:gd name="connsiteX4" fmla="*/ 0 w 2967580"/>
              <a:gd name="connsiteY4" fmla="*/ 0 h 2961920"/>
              <a:gd name="connsiteX0" fmla="*/ 10511 w 2841456"/>
              <a:gd name="connsiteY0" fmla="*/ 0 h 2814775"/>
              <a:gd name="connsiteX1" fmla="*/ 2809924 w 2841456"/>
              <a:gd name="connsiteY1" fmla="*/ 399393 h 2814775"/>
              <a:gd name="connsiteX2" fmla="*/ 2841456 w 2841456"/>
              <a:gd name="connsiteY2" fmla="*/ 2436402 h 2814775"/>
              <a:gd name="connsiteX3" fmla="*/ 0 w 2841456"/>
              <a:gd name="connsiteY3" fmla="*/ 2814775 h 2814775"/>
              <a:gd name="connsiteX4" fmla="*/ 10511 w 2841456"/>
              <a:gd name="connsiteY4" fmla="*/ 0 h 2814775"/>
              <a:gd name="connsiteX0" fmla="*/ 10511 w 2845941"/>
              <a:gd name="connsiteY0" fmla="*/ 0 h 2814775"/>
              <a:gd name="connsiteX1" fmla="*/ 2842437 w 2845941"/>
              <a:gd name="connsiteY1" fmla="*/ 415742 h 2814775"/>
              <a:gd name="connsiteX2" fmla="*/ 2841456 w 2845941"/>
              <a:gd name="connsiteY2" fmla="*/ 2436402 h 2814775"/>
              <a:gd name="connsiteX3" fmla="*/ 0 w 2845941"/>
              <a:gd name="connsiteY3" fmla="*/ 2814775 h 2814775"/>
              <a:gd name="connsiteX4" fmla="*/ 10511 w 2845941"/>
              <a:gd name="connsiteY4" fmla="*/ 0 h 2814775"/>
              <a:gd name="connsiteX0" fmla="*/ 10511 w 2841456"/>
              <a:gd name="connsiteY0" fmla="*/ 0 h 2814775"/>
              <a:gd name="connsiteX1" fmla="*/ 2834309 w 2841456"/>
              <a:gd name="connsiteY1" fmla="*/ 391219 h 2814775"/>
              <a:gd name="connsiteX2" fmla="*/ 2841456 w 2841456"/>
              <a:gd name="connsiteY2" fmla="*/ 2436402 h 2814775"/>
              <a:gd name="connsiteX3" fmla="*/ 0 w 2841456"/>
              <a:gd name="connsiteY3" fmla="*/ 2814775 h 2814775"/>
              <a:gd name="connsiteX4" fmla="*/ 10511 w 2841456"/>
              <a:gd name="connsiteY4" fmla="*/ 0 h 2814775"/>
              <a:gd name="connsiteX0" fmla="*/ 3504 w 2834449"/>
              <a:gd name="connsiteY0" fmla="*/ 0 h 2847473"/>
              <a:gd name="connsiteX1" fmla="*/ 2827302 w 2834449"/>
              <a:gd name="connsiteY1" fmla="*/ 391219 h 2847473"/>
              <a:gd name="connsiteX2" fmla="*/ 2834449 w 2834449"/>
              <a:gd name="connsiteY2" fmla="*/ 2436402 h 2847473"/>
              <a:gd name="connsiteX3" fmla="*/ 1122 w 2834449"/>
              <a:gd name="connsiteY3" fmla="*/ 2847473 h 2847473"/>
              <a:gd name="connsiteX4" fmla="*/ 3504 w 2834449"/>
              <a:gd name="connsiteY4" fmla="*/ 0 h 284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4449" h="2847473">
                <a:moveTo>
                  <a:pt x="3504" y="0"/>
                </a:moveTo>
                <a:lnTo>
                  <a:pt x="2827302" y="391219"/>
                </a:lnTo>
                <a:cubicBezTo>
                  <a:pt x="2830806" y="1070222"/>
                  <a:pt x="2830945" y="1757399"/>
                  <a:pt x="2834449" y="2436402"/>
                </a:cubicBezTo>
                <a:lnTo>
                  <a:pt x="1122" y="2847473"/>
                </a:lnTo>
                <a:cubicBezTo>
                  <a:pt x="4626" y="1909215"/>
                  <a:pt x="0" y="938258"/>
                  <a:pt x="3504" y="0"/>
                </a:cubicBezTo>
                <a:close/>
              </a:path>
            </a:pathLst>
          </a:custGeom>
          <a:solidFill>
            <a:schemeClr val="tx2"/>
          </a:solidFill>
          <a:ln>
            <a:noFill/>
          </a:ln>
          <a:extLst/>
        </p:spPr>
        <p:txBody>
          <a:bodyPr vert="horz" wrap="square" lIns="182880" tIns="146304" rIns="182880" bIns="146304" numCol="1" anchor="ctr" anchorCtr="0" compatLnSpc="1">
            <a:prstTxWarp prst="textNoShape">
              <a:avLst/>
            </a:prstTxWarp>
            <a:noAutofit/>
          </a:bodyPr>
          <a:lstStyle>
            <a:lvl1pPr>
              <a:lnSpc>
                <a:spcPct val="95000"/>
              </a:lnSpc>
              <a:defRPr lang="en-US" sz="4000" kern="1200" dirty="0" smtClean="0">
                <a:gradFill>
                  <a:gsLst>
                    <a:gs pos="0">
                      <a:srgbClr val="FFFFFF"/>
                    </a:gs>
                    <a:gs pos="100000">
                      <a:srgbClr val="FFFFFF"/>
                    </a:gs>
                  </a:gsLst>
                  <a:lin ang="5400000" scaled="0"/>
                </a:gradFill>
                <a:latin typeface="Segoe UI Light"/>
                <a:ea typeface="ＭＳ Ｐゴシック" charset="0"/>
                <a:cs typeface="Segoe UI Light"/>
              </a:defRPr>
            </a:lvl1pPr>
          </a:lstStyle>
          <a:p>
            <a:pPr marL="0" lvl="0" indent="0" algn="l" defTabSz="1243266" rtl="0" eaLnBrk="1" fontAlgn="base" latinLnBrk="0" hangingPunct="1">
              <a:lnSpc>
                <a:spcPct val="100000"/>
              </a:lnSpc>
              <a:spcBef>
                <a:spcPct val="0"/>
              </a:spcBef>
              <a:spcAft>
                <a:spcPct val="0"/>
              </a:spcAft>
              <a:buFontTx/>
              <a:buNone/>
            </a:pPr>
            <a:r>
              <a:rPr lang="en-US" dirty="0" smtClean="0"/>
              <a:t>Click to edit master title style</a:t>
            </a:r>
            <a:endParaRPr lang="en-US" dirty="0"/>
          </a:p>
        </p:txBody>
      </p:sp>
    </p:spTree>
    <p:extLst>
      <p:ext uri="{BB962C8B-B14F-4D97-AF65-F5344CB8AC3E}">
        <p14:creationId xmlns:p14="http://schemas.microsoft.com/office/powerpoint/2010/main" val="2231424575"/>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lor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vert="horz" wrap="square" lIns="182880" tIns="146304" rIns="182880" bIns="146304" rtlCol="0" anchor="ctr">
            <a:noAutofit/>
          </a:bodyPr>
          <a:lstStyle>
            <a:lvl1pPr marL="0" indent="0">
              <a:buNone/>
              <a:defRPr lang="en-US" sz="3600" kern="1200" dirty="0" smtClean="0">
                <a:gradFill>
                  <a:gsLst>
                    <a:gs pos="8491">
                      <a:schemeClr val="tx1">
                        <a:lumMod val="75000"/>
                        <a:lumOff val="25000"/>
                      </a:schemeClr>
                    </a:gs>
                    <a:gs pos="100000">
                      <a:schemeClr val="tx1">
                        <a:lumMod val="75000"/>
                        <a:lumOff val="25000"/>
                      </a:schemeClr>
                    </a:gs>
                  </a:gsLst>
                  <a:lin ang="5400000" scaled="0"/>
                </a:gradFill>
                <a:latin typeface="+mj-lt"/>
                <a:ea typeface="+mn-ea"/>
                <a:cs typeface="+mn-cs"/>
              </a:defRPr>
            </a:lvl1pPr>
          </a:lstStyle>
          <a:p>
            <a:pPr marL="0" lvl="0" indent="0" algn="l" defTabSz="914166" rtl="0" eaLnBrk="1" latinLnBrk="0" hangingPunct="1">
              <a:spcBef>
                <a:spcPct val="20000"/>
              </a:spcBef>
              <a:spcAft>
                <a:spcPts val="1632"/>
              </a:spcAft>
            </a:pPr>
            <a:r>
              <a:rPr lang="en-US" smtClean="0"/>
              <a:t>Click to edit Master text styles</a:t>
            </a:r>
          </a:p>
        </p:txBody>
      </p:sp>
      <p:sp>
        <p:nvSpPr>
          <p:cNvPr id="6" name="Text Placeholder 8"/>
          <p:cNvSpPr>
            <a:spLocks noGrp="1"/>
          </p:cNvSpPr>
          <p:nvPr>
            <p:ph type="body" sz="quarter" idx="16" hasCustomPrompt="1"/>
          </p:nvPr>
        </p:nvSpPr>
        <p:spPr>
          <a:xfrm>
            <a:off x="274641" y="296864"/>
            <a:ext cx="11887199" cy="914400"/>
          </a:xfrm>
        </p:spPr>
        <p:txBody>
          <a:bodyPr vert="horz" lIns="182880" tIns="146304" rIns="182880" bIns="146304" rtlCol="0" anchor="t">
            <a:noAutofit/>
          </a:bodyPr>
          <a:lstStyle>
            <a:lvl1pPr marL="0" indent="0"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lvl="0">
              <a:spcBef>
                <a:spcPct val="0"/>
              </a:spcBef>
            </a:pPr>
            <a:r>
              <a:rPr lang="en-US" dirty="0" smtClean="0"/>
              <a:t>Click to edit master text styles</a:t>
            </a:r>
          </a:p>
        </p:txBody>
      </p:sp>
      <p:sp>
        <p:nvSpPr>
          <p:cNvPr id="5" name="Title 1"/>
          <p:cNvSpPr>
            <a:spLocks noGrp="1"/>
          </p:cNvSpPr>
          <p:nvPr>
            <p:ph type="ctrTitle" hasCustomPrompt="1"/>
          </p:nvPr>
        </p:nvSpPr>
        <p:spPr>
          <a:xfrm>
            <a:off x="274638" y="1537564"/>
            <a:ext cx="3931941" cy="3919398"/>
          </a:xfrm>
          <a:custGeom>
            <a:avLst/>
            <a:gdLst>
              <a:gd name="connsiteX0" fmla="*/ 0 w 2431552"/>
              <a:gd name="connsiteY0" fmla="*/ 0 h 576072"/>
              <a:gd name="connsiteX1" fmla="*/ 2431552 w 2431552"/>
              <a:gd name="connsiteY1" fmla="*/ 0 h 576072"/>
              <a:gd name="connsiteX2" fmla="*/ 2431552 w 2431552"/>
              <a:gd name="connsiteY2" fmla="*/ 576072 h 576072"/>
              <a:gd name="connsiteX3" fmla="*/ 0 w 2431552"/>
              <a:gd name="connsiteY3" fmla="*/ 576072 h 576072"/>
              <a:gd name="connsiteX4" fmla="*/ 0 w 2431552"/>
              <a:gd name="connsiteY4" fmla="*/ 0 h 576072"/>
              <a:gd name="connsiteX0" fmla="*/ 0 w 2610228"/>
              <a:gd name="connsiteY0" fmla="*/ 704193 h 1280265"/>
              <a:gd name="connsiteX1" fmla="*/ 2610228 w 2610228"/>
              <a:gd name="connsiteY1" fmla="*/ 0 h 1280265"/>
              <a:gd name="connsiteX2" fmla="*/ 2431552 w 2610228"/>
              <a:gd name="connsiteY2" fmla="*/ 1280265 h 1280265"/>
              <a:gd name="connsiteX3" fmla="*/ 0 w 2610228"/>
              <a:gd name="connsiteY3" fmla="*/ 1280265 h 1280265"/>
              <a:gd name="connsiteX4" fmla="*/ 0 w 2610228"/>
              <a:gd name="connsiteY4" fmla="*/ 704193 h 1280265"/>
              <a:gd name="connsiteX0" fmla="*/ 0 w 2620739"/>
              <a:gd name="connsiteY0" fmla="*/ 704193 h 2037009"/>
              <a:gd name="connsiteX1" fmla="*/ 2610228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620739"/>
              <a:gd name="connsiteY0" fmla="*/ 483476 h 1816292"/>
              <a:gd name="connsiteX1" fmla="*/ 2389511 w 2620739"/>
              <a:gd name="connsiteY1" fmla="*/ 0 h 1816292"/>
              <a:gd name="connsiteX2" fmla="*/ 2620739 w 2620739"/>
              <a:gd name="connsiteY2" fmla="*/ 1816292 h 1816292"/>
              <a:gd name="connsiteX3" fmla="*/ 0 w 2620739"/>
              <a:gd name="connsiteY3" fmla="*/ 1059548 h 1816292"/>
              <a:gd name="connsiteX4" fmla="*/ 0 w 2620739"/>
              <a:gd name="connsiteY4" fmla="*/ 483476 h 1816292"/>
              <a:gd name="connsiteX0" fmla="*/ 0 w 2620739"/>
              <a:gd name="connsiteY0" fmla="*/ 704193 h 2037009"/>
              <a:gd name="connsiteX1" fmla="*/ 2589207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862477"/>
              <a:gd name="connsiteY0" fmla="*/ 0 h 2425892"/>
              <a:gd name="connsiteX1" fmla="*/ 2830945 w 2862477"/>
              <a:gd name="connsiteY1" fmla="*/ 388883 h 2425892"/>
              <a:gd name="connsiteX2" fmla="*/ 2862477 w 2862477"/>
              <a:gd name="connsiteY2" fmla="*/ 2425892 h 2425892"/>
              <a:gd name="connsiteX3" fmla="*/ 241738 w 2862477"/>
              <a:gd name="connsiteY3" fmla="*/ 1669148 h 2425892"/>
              <a:gd name="connsiteX4" fmla="*/ 0 w 2862477"/>
              <a:gd name="connsiteY4" fmla="*/ 0 h 2425892"/>
              <a:gd name="connsiteX0" fmla="*/ 0 w 2862477"/>
              <a:gd name="connsiteY0" fmla="*/ 0 h 2804265"/>
              <a:gd name="connsiteX1" fmla="*/ 2830945 w 2862477"/>
              <a:gd name="connsiteY1" fmla="*/ 388883 h 2804265"/>
              <a:gd name="connsiteX2" fmla="*/ 2862477 w 2862477"/>
              <a:gd name="connsiteY2" fmla="*/ 2425892 h 2804265"/>
              <a:gd name="connsiteX3" fmla="*/ 21021 w 2862477"/>
              <a:gd name="connsiteY3" fmla="*/ 2804265 h 2804265"/>
              <a:gd name="connsiteX4" fmla="*/ 0 w 2862477"/>
              <a:gd name="connsiteY4" fmla="*/ 0 h 2804265"/>
              <a:gd name="connsiteX0" fmla="*/ 0 w 2967580"/>
              <a:gd name="connsiteY0" fmla="*/ 0 h 2961920"/>
              <a:gd name="connsiteX1" fmla="*/ 2936048 w 2967580"/>
              <a:gd name="connsiteY1" fmla="*/ 546538 h 2961920"/>
              <a:gd name="connsiteX2" fmla="*/ 2967580 w 2967580"/>
              <a:gd name="connsiteY2" fmla="*/ 2583547 h 2961920"/>
              <a:gd name="connsiteX3" fmla="*/ 126124 w 2967580"/>
              <a:gd name="connsiteY3" fmla="*/ 2961920 h 2961920"/>
              <a:gd name="connsiteX4" fmla="*/ 0 w 2967580"/>
              <a:gd name="connsiteY4" fmla="*/ 0 h 2961920"/>
              <a:gd name="connsiteX0" fmla="*/ 10511 w 2841456"/>
              <a:gd name="connsiteY0" fmla="*/ 0 h 2814775"/>
              <a:gd name="connsiteX1" fmla="*/ 2809924 w 2841456"/>
              <a:gd name="connsiteY1" fmla="*/ 399393 h 2814775"/>
              <a:gd name="connsiteX2" fmla="*/ 2841456 w 2841456"/>
              <a:gd name="connsiteY2" fmla="*/ 2436402 h 2814775"/>
              <a:gd name="connsiteX3" fmla="*/ 0 w 2841456"/>
              <a:gd name="connsiteY3" fmla="*/ 2814775 h 2814775"/>
              <a:gd name="connsiteX4" fmla="*/ 10511 w 2841456"/>
              <a:gd name="connsiteY4" fmla="*/ 0 h 2814775"/>
              <a:gd name="connsiteX0" fmla="*/ 10511 w 2845941"/>
              <a:gd name="connsiteY0" fmla="*/ 0 h 2814775"/>
              <a:gd name="connsiteX1" fmla="*/ 2842437 w 2845941"/>
              <a:gd name="connsiteY1" fmla="*/ 415742 h 2814775"/>
              <a:gd name="connsiteX2" fmla="*/ 2841456 w 2845941"/>
              <a:gd name="connsiteY2" fmla="*/ 2436402 h 2814775"/>
              <a:gd name="connsiteX3" fmla="*/ 0 w 2845941"/>
              <a:gd name="connsiteY3" fmla="*/ 2814775 h 2814775"/>
              <a:gd name="connsiteX4" fmla="*/ 10511 w 2845941"/>
              <a:gd name="connsiteY4" fmla="*/ 0 h 2814775"/>
              <a:gd name="connsiteX0" fmla="*/ 10511 w 2841456"/>
              <a:gd name="connsiteY0" fmla="*/ 0 h 2814775"/>
              <a:gd name="connsiteX1" fmla="*/ 2834309 w 2841456"/>
              <a:gd name="connsiteY1" fmla="*/ 391219 h 2814775"/>
              <a:gd name="connsiteX2" fmla="*/ 2841456 w 2841456"/>
              <a:gd name="connsiteY2" fmla="*/ 2436402 h 2814775"/>
              <a:gd name="connsiteX3" fmla="*/ 0 w 2841456"/>
              <a:gd name="connsiteY3" fmla="*/ 2814775 h 2814775"/>
              <a:gd name="connsiteX4" fmla="*/ 10511 w 2841456"/>
              <a:gd name="connsiteY4" fmla="*/ 0 h 2814775"/>
              <a:gd name="connsiteX0" fmla="*/ 3504 w 2834449"/>
              <a:gd name="connsiteY0" fmla="*/ 0 h 2847473"/>
              <a:gd name="connsiteX1" fmla="*/ 2827302 w 2834449"/>
              <a:gd name="connsiteY1" fmla="*/ 391219 h 2847473"/>
              <a:gd name="connsiteX2" fmla="*/ 2834449 w 2834449"/>
              <a:gd name="connsiteY2" fmla="*/ 2436402 h 2847473"/>
              <a:gd name="connsiteX3" fmla="*/ 1122 w 2834449"/>
              <a:gd name="connsiteY3" fmla="*/ 2847473 h 2847473"/>
              <a:gd name="connsiteX4" fmla="*/ 3504 w 2834449"/>
              <a:gd name="connsiteY4" fmla="*/ 0 h 284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4449" h="2847473">
                <a:moveTo>
                  <a:pt x="3504" y="0"/>
                </a:moveTo>
                <a:lnTo>
                  <a:pt x="2827302" y="391219"/>
                </a:lnTo>
                <a:cubicBezTo>
                  <a:pt x="2830806" y="1070222"/>
                  <a:pt x="2830945" y="1757399"/>
                  <a:pt x="2834449" y="2436402"/>
                </a:cubicBezTo>
                <a:lnTo>
                  <a:pt x="1122" y="2847473"/>
                </a:lnTo>
                <a:cubicBezTo>
                  <a:pt x="4626" y="1909215"/>
                  <a:pt x="0" y="938258"/>
                  <a:pt x="3504" y="0"/>
                </a:cubicBezTo>
                <a:close/>
              </a:path>
            </a:pathLst>
          </a:custGeom>
          <a:solidFill>
            <a:schemeClr val="tx2"/>
          </a:solidFill>
          <a:ln>
            <a:noFill/>
          </a:ln>
          <a:extLst/>
        </p:spPr>
        <p:txBody>
          <a:bodyPr vert="horz" wrap="square" lIns="182880" tIns="146304" rIns="182880" bIns="146304" numCol="1" anchor="ctr" anchorCtr="0" compatLnSpc="1">
            <a:prstTxWarp prst="textNoShape">
              <a:avLst/>
            </a:prstTxWarp>
            <a:noAutofit/>
          </a:bodyPr>
          <a:lstStyle>
            <a:lvl1pPr>
              <a:lnSpc>
                <a:spcPct val="95000"/>
              </a:lnSpc>
              <a:defRPr lang="en-US" sz="4000" kern="1200" dirty="0" smtClean="0">
                <a:gradFill>
                  <a:gsLst>
                    <a:gs pos="0">
                      <a:srgbClr val="FFFFFF"/>
                    </a:gs>
                    <a:gs pos="100000">
                      <a:srgbClr val="FFFFFF"/>
                    </a:gs>
                  </a:gsLst>
                  <a:lin ang="5400000" scaled="0"/>
                </a:gradFill>
                <a:latin typeface="Segoe UI Light"/>
                <a:ea typeface="ＭＳ Ｐゴシック" charset="0"/>
                <a:cs typeface="Segoe UI Light"/>
              </a:defRPr>
            </a:lvl1pPr>
          </a:lstStyle>
          <a:p>
            <a:pPr marL="0" lvl="0" indent="0" algn="l" defTabSz="1243266" rtl="0" eaLnBrk="1" fontAlgn="base" latinLnBrk="0" hangingPunct="1">
              <a:lnSpc>
                <a:spcPct val="100000"/>
              </a:lnSpc>
              <a:spcBef>
                <a:spcPct val="0"/>
              </a:spcBef>
              <a:spcAft>
                <a:spcPct val="0"/>
              </a:spcAft>
              <a:buFontTx/>
              <a:buNone/>
            </a:pPr>
            <a:r>
              <a:rPr lang="en-US" dirty="0" smtClean="0"/>
              <a:t>Click to edit master title style</a:t>
            </a:r>
            <a:endParaRPr lang="en-US" dirty="0"/>
          </a:p>
        </p:txBody>
      </p:sp>
    </p:spTree>
    <p:extLst>
      <p:ext uri="{BB962C8B-B14F-4D97-AF65-F5344CB8AC3E}">
        <p14:creationId xmlns:p14="http://schemas.microsoft.com/office/powerpoint/2010/main" val="813657088"/>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icture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vert="horz" wrap="square" lIns="182880" tIns="146304" rIns="182880" bIns="146304" rtlCol="0" anchor="ctr">
            <a:noAutofit/>
          </a:bodyPr>
          <a:lstStyle>
            <a:lvl1pPr marL="0" indent="0">
              <a:buFont typeface="Arial" panose="020B0604020202020204" pitchFamily="34" charset="0"/>
              <a:buNone/>
              <a:defRPr lang="en-US" sz="3600" kern="1200" dirty="0" smtClean="0">
                <a:gradFill>
                  <a:gsLst>
                    <a:gs pos="1299">
                      <a:schemeClr val="tx1"/>
                    </a:gs>
                    <a:gs pos="100000">
                      <a:schemeClr val="tx1"/>
                    </a:gs>
                  </a:gsLst>
                  <a:lin ang="5400000" scaled="0"/>
                </a:gradFill>
                <a:latin typeface="+mj-lt"/>
                <a:ea typeface="+mn-ea"/>
                <a:cs typeface="+mn-cs"/>
              </a:defRPr>
            </a:lvl1pPr>
          </a:lstStyle>
          <a:p>
            <a:pPr marL="0" lvl="0" indent="0" algn="l" defTabSz="914166" rtl="0" eaLnBrk="1" latinLnBrk="0" hangingPunct="1">
              <a:spcBef>
                <a:spcPct val="20000"/>
              </a:spcBef>
            </a:pPr>
            <a:r>
              <a:rPr lang="en-US" smtClean="0"/>
              <a:t>Click to edit Master text styles</a:t>
            </a:r>
          </a:p>
        </p:txBody>
      </p:sp>
      <p:sp>
        <p:nvSpPr>
          <p:cNvPr id="7" name="Picture Placeholder 12"/>
          <p:cNvSpPr>
            <a:spLocks noGrp="1"/>
          </p:cNvSpPr>
          <p:nvPr>
            <p:ph type="pic" sz="quarter" idx="16"/>
          </p:nvPr>
        </p:nvSpPr>
        <p:spPr>
          <a:xfrm>
            <a:off x="274638" y="1535875"/>
            <a:ext cx="3931920" cy="392277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lIns="182880" tIns="146304" rIns="182880" bIns="146304" anchor="ctr" anchorCtr="1">
            <a:noAutofit/>
          </a:bodyPr>
          <a:lstStyle>
            <a:lvl1pPr marL="0" indent="0">
              <a:buNone/>
              <a:defRPr/>
            </a:lvl1pPr>
          </a:lstStyle>
          <a:p>
            <a:r>
              <a:rPr lang="en-US" smtClean="0"/>
              <a:t>Click icon to add picture</a:t>
            </a:r>
            <a:endParaRPr lang="en-US" dirty="0"/>
          </a:p>
        </p:txBody>
      </p:sp>
      <p:sp>
        <p:nvSpPr>
          <p:cNvPr id="3" name="Title 2"/>
          <p:cNvSpPr>
            <a:spLocks noGrp="1"/>
          </p:cNvSpPr>
          <p:nvPr>
            <p:ph type="title"/>
          </p:nvPr>
        </p:nvSpPr>
        <p:spPr/>
        <p:txBody>
          <a:bodyPr wrap="none" lIns="182880" tIns="146304" rIns="182880" bIns="146304"/>
          <a:lstStyle/>
          <a:p>
            <a:r>
              <a:rPr lang="en-US" smtClean="0"/>
              <a:t>Click to edit Master title style</a:t>
            </a:r>
            <a:endParaRPr lang="en-US" dirty="0"/>
          </a:p>
        </p:txBody>
      </p:sp>
    </p:spTree>
    <p:extLst>
      <p:ext uri="{BB962C8B-B14F-4D97-AF65-F5344CB8AC3E}">
        <p14:creationId xmlns:p14="http://schemas.microsoft.com/office/powerpoint/2010/main" val="2733731771"/>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 Code">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1534779"/>
          </a:xfrm>
        </p:spPr>
        <p:txBody>
          <a:bodyPr>
            <a:spAutoFit/>
          </a:bodyPr>
          <a:lstStyle>
            <a:lvl1pPr>
              <a:defRPr lang="en-US" sz="2400" kern="1200" dirty="0" smtClean="0">
                <a:gradFill>
                  <a:gsLst>
                    <a:gs pos="100000">
                      <a:schemeClr val="tx1"/>
                    </a:gs>
                    <a:gs pos="0">
                      <a:schemeClr val="tx1"/>
                    </a:gs>
                  </a:gsLst>
                  <a:lin ang="5400000" scaled="0"/>
                </a:gradFill>
                <a:latin typeface="Consolas" pitchFamily="49" charset="0"/>
                <a:ea typeface="+mn-ea"/>
                <a:cs typeface="Consolas" pitchFamily="49" charset="0"/>
              </a:defRPr>
            </a:lvl1pPr>
            <a:lvl2pPr marL="584200" indent="-241300">
              <a:defRPr lang="en-US" sz="2400" kern="1200" dirty="0" smtClean="0">
                <a:gradFill>
                  <a:gsLst>
                    <a:gs pos="100000">
                      <a:schemeClr val="tx1"/>
                    </a:gs>
                    <a:gs pos="0">
                      <a:schemeClr val="tx1"/>
                    </a:gs>
                  </a:gsLst>
                  <a:lin ang="5400000" scaled="0"/>
                </a:gradFill>
                <a:latin typeface="Consolas" pitchFamily="49" charset="0"/>
                <a:ea typeface="+mn-ea"/>
                <a:cs typeface="Consolas" pitchFamily="49" charset="0"/>
              </a:defRPr>
            </a:lvl2pPr>
            <a:lvl3pPr marL="571441" indent="-342900">
              <a:defRPr lang="en-US" sz="2400" kern="1200" dirty="0" smtClean="0">
                <a:gradFill>
                  <a:gsLst>
                    <a:gs pos="100000">
                      <a:schemeClr val="tx1"/>
                    </a:gs>
                    <a:gs pos="0">
                      <a:schemeClr val="tx1"/>
                    </a:gs>
                  </a:gsLst>
                  <a:lin ang="5400000" scaled="0"/>
                </a:gradFill>
                <a:latin typeface="Consolas" pitchFamily="49" charset="0"/>
                <a:ea typeface="+mn-ea"/>
                <a:cs typeface="Consolas" pitchFamily="49" charset="0"/>
              </a:defRPr>
            </a:lvl3pPr>
            <a:lvl4pPr>
              <a:defRPr sz="2000"/>
            </a:lvl4pPr>
            <a:lvl5pPr>
              <a:defRPr sz="2000"/>
            </a:lvl5pPr>
          </a:lstStyle>
          <a:p>
            <a:pPr marL="0" lvl="0" indent="0" algn="l" defTabSz="914166" rtl="0" eaLnBrk="1" latinLnBrk="0" hangingPunct="1">
              <a:spcBef>
                <a:spcPct val="20000"/>
              </a:spcBef>
              <a:spcAft>
                <a:spcPts val="816"/>
              </a:spcAft>
              <a:buFont typeface="Arial" pitchFamily="34" charset="0"/>
              <a:buNone/>
            </a:pPr>
            <a:r>
              <a:rPr lang="en-US" smtClean="0"/>
              <a:t>Click to edit Master text styles</a:t>
            </a:r>
          </a:p>
          <a:p>
            <a:pPr marL="0" lvl="1" indent="0" algn="l" defTabSz="914166" rtl="0" eaLnBrk="1" latinLnBrk="0" hangingPunct="1">
              <a:spcBef>
                <a:spcPct val="20000"/>
              </a:spcBef>
              <a:spcAft>
                <a:spcPts val="816"/>
              </a:spcAft>
              <a:buFont typeface="Arial" pitchFamily="34" charset="0"/>
              <a:buNone/>
            </a:pPr>
            <a:r>
              <a:rPr lang="en-US" smtClean="0"/>
              <a:t>Second level</a:t>
            </a:r>
          </a:p>
          <a:p>
            <a:pPr marL="0" lvl="2" indent="0" algn="l" defTabSz="914166" rtl="0" eaLnBrk="1" latinLnBrk="0" hangingPunct="1">
              <a:spcBef>
                <a:spcPct val="20000"/>
              </a:spcBef>
              <a:spcAft>
                <a:spcPts val="816"/>
              </a:spcAft>
              <a:buFont typeface="Arial" pitchFamily="34" charset="0"/>
              <a:buNone/>
            </a:pPr>
            <a:r>
              <a:rPr lang="en-US" smtClean="0"/>
              <a:t>Third level</a:t>
            </a:r>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744460634"/>
      </p:ext>
    </p:extLst>
  </p:cSld>
  <p:clrMapOvr>
    <a:masterClrMapping/>
  </p:clrMapOvr>
  <p:transition>
    <p:fade/>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4812099"/>
      </p:ext>
    </p:extLst>
  </p:cSld>
  <p:clrMapOvr>
    <a:masterClrMapping/>
  </p:clrMapOvr>
  <p:transition>
    <p:fade/>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Walk-in">
    <p:bg>
      <p:bgPr>
        <a:solidFill>
          <a:schemeClr val="bg1"/>
        </a:solidFill>
        <a:effectLst/>
      </p:bgPr>
    </p:bg>
    <p:spTree>
      <p:nvGrpSpPr>
        <p:cNvPr id="1" name=""/>
        <p:cNvGrpSpPr/>
        <p:nvPr/>
      </p:nvGrpSpPr>
      <p:grpSpPr>
        <a:xfrm>
          <a:off x="0" y="0"/>
          <a:ext cx="0" cy="0"/>
          <a:chOff x="0" y="0"/>
          <a:chExt cx="0" cy="0"/>
        </a:xfrm>
      </p:grpSpPr>
      <p:sp>
        <p:nvSpPr>
          <p:cNvPr id="2" name="Freeform 1"/>
          <p:cNvSpPr>
            <a:spLocks noEditPoints="1"/>
          </p:cNvSpPr>
          <p:nvPr userDrawn="1"/>
        </p:nvSpPr>
        <p:spPr bwMode="black">
          <a:xfrm>
            <a:off x="2137568" y="2473325"/>
            <a:ext cx="8161338" cy="2047875"/>
          </a:xfrm>
          <a:custGeom>
            <a:avLst/>
            <a:gdLst>
              <a:gd name="T0" fmla="*/ 336 w 2176"/>
              <a:gd name="T1" fmla="*/ 2 h 546"/>
              <a:gd name="T2" fmla="*/ 269 w 2176"/>
              <a:gd name="T3" fmla="*/ 2 h 546"/>
              <a:gd name="T4" fmla="*/ 48 w 2176"/>
              <a:gd name="T5" fmla="*/ 538 h 546"/>
              <a:gd name="T6" fmla="*/ 2128 w 2176"/>
              <a:gd name="T7" fmla="*/ 2 h 546"/>
              <a:gd name="T8" fmla="*/ 2176 w 2176"/>
              <a:gd name="T9" fmla="*/ 2 h 546"/>
              <a:gd name="T10" fmla="*/ 1049 w 2176"/>
              <a:gd name="T11" fmla="*/ 175 h 546"/>
              <a:gd name="T12" fmla="*/ 1025 w 2176"/>
              <a:gd name="T13" fmla="*/ 454 h 546"/>
              <a:gd name="T14" fmla="*/ 937 w 2176"/>
              <a:gd name="T15" fmla="*/ 473 h 546"/>
              <a:gd name="T16" fmla="*/ 892 w 2176"/>
              <a:gd name="T17" fmla="*/ 384 h 546"/>
              <a:gd name="T18" fmla="*/ 809 w 2176"/>
              <a:gd name="T19" fmla="*/ 394 h 546"/>
              <a:gd name="T20" fmla="*/ 975 w 2176"/>
              <a:gd name="T21" fmla="*/ 540 h 546"/>
              <a:gd name="T22" fmla="*/ 1048 w 2176"/>
              <a:gd name="T23" fmla="*/ 482 h 546"/>
              <a:gd name="T24" fmla="*/ 1131 w 2176"/>
              <a:gd name="T25" fmla="*/ 536 h 546"/>
              <a:gd name="T26" fmla="*/ 1293 w 2176"/>
              <a:gd name="T27" fmla="*/ 14 h 546"/>
              <a:gd name="T28" fmla="*/ 1238 w 2176"/>
              <a:gd name="T29" fmla="*/ 3 h 546"/>
              <a:gd name="T30" fmla="*/ 1207 w 2176"/>
              <a:gd name="T31" fmla="*/ 48 h 546"/>
              <a:gd name="T32" fmla="*/ 1237 w 2176"/>
              <a:gd name="T33" fmla="*/ 91 h 546"/>
              <a:gd name="T34" fmla="*/ 1293 w 2176"/>
              <a:gd name="T35" fmla="*/ 81 h 546"/>
              <a:gd name="T36" fmla="*/ 1216 w 2176"/>
              <a:gd name="T37" fmla="*/ 536 h 546"/>
              <a:gd name="T38" fmla="*/ 1216 w 2176"/>
              <a:gd name="T39" fmla="*/ 175 h 546"/>
              <a:gd name="T40" fmla="*/ 1457 w 2176"/>
              <a:gd name="T41" fmla="*/ 536 h 546"/>
              <a:gd name="T42" fmla="*/ 1376 w 2176"/>
              <a:gd name="T43" fmla="*/ 536 h 546"/>
              <a:gd name="T44" fmla="*/ 729 w 2176"/>
              <a:gd name="T45" fmla="*/ 213 h 546"/>
              <a:gd name="T46" fmla="*/ 573 w 2176"/>
              <a:gd name="T47" fmla="*/ 163 h 546"/>
              <a:gd name="T48" fmla="*/ 491 w 2176"/>
              <a:gd name="T49" fmla="*/ 226 h 546"/>
              <a:gd name="T50" fmla="*/ 460 w 2176"/>
              <a:gd name="T51" fmla="*/ 2 h 546"/>
              <a:gd name="T52" fmla="*/ 489 w 2176"/>
              <a:gd name="T53" fmla="*/ 537 h 546"/>
              <a:gd name="T54" fmla="*/ 509 w 2176"/>
              <a:gd name="T55" fmla="*/ 512 h 546"/>
              <a:gd name="T56" fmla="*/ 596 w 2176"/>
              <a:gd name="T57" fmla="*/ 546 h 546"/>
              <a:gd name="T58" fmla="*/ 754 w 2176"/>
              <a:gd name="T59" fmla="*/ 423 h 546"/>
              <a:gd name="T60" fmla="*/ 671 w 2176"/>
              <a:gd name="T61" fmla="*/ 400 h 546"/>
              <a:gd name="T62" fmla="*/ 578 w 2176"/>
              <a:gd name="T63" fmla="*/ 478 h 546"/>
              <a:gd name="T64" fmla="*/ 495 w 2176"/>
              <a:gd name="T65" fmla="*/ 421 h 546"/>
              <a:gd name="T66" fmla="*/ 496 w 2176"/>
              <a:gd name="T67" fmla="*/ 291 h 546"/>
              <a:gd name="T68" fmla="*/ 586 w 2176"/>
              <a:gd name="T69" fmla="*/ 226 h 546"/>
              <a:gd name="T70" fmla="*/ 672 w 2176"/>
              <a:gd name="T71" fmla="*/ 293 h 546"/>
              <a:gd name="T72" fmla="*/ 1866 w 2176"/>
              <a:gd name="T73" fmla="*/ 2 h 546"/>
              <a:gd name="T74" fmla="*/ 1783 w 2176"/>
              <a:gd name="T75" fmla="*/ 220 h 546"/>
              <a:gd name="T76" fmla="*/ 1716 w 2176"/>
              <a:gd name="T77" fmla="*/ 171 h 546"/>
              <a:gd name="T78" fmla="*/ 1561 w 2176"/>
              <a:gd name="T79" fmla="*/ 220 h 546"/>
              <a:gd name="T80" fmla="*/ 1526 w 2176"/>
              <a:gd name="T81" fmla="*/ 443 h 546"/>
              <a:gd name="T82" fmla="*/ 1665 w 2176"/>
              <a:gd name="T83" fmla="*/ 546 h 546"/>
              <a:gd name="T84" fmla="*/ 1763 w 2176"/>
              <a:gd name="T85" fmla="*/ 507 h 546"/>
              <a:gd name="T86" fmla="*/ 1785 w 2176"/>
              <a:gd name="T87" fmla="*/ 537 h 546"/>
              <a:gd name="T88" fmla="*/ 1778 w 2176"/>
              <a:gd name="T89" fmla="*/ 413 h 546"/>
              <a:gd name="T90" fmla="*/ 1692 w 2176"/>
              <a:gd name="T91" fmla="*/ 479 h 546"/>
              <a:gd name="T92" fmla="*/ 1607 w 2176"/>
              <a:gd name="T93" fmla="*/ 414 h 546"/>
              <a:gd name="T94" fmla="*/ 1624 w 2176"/>
              <a:gd name="T95" fmla="*/ 269 h 546"/>
              <a:gd name="T96" fmla="*/ 1732 w 2176"/>
              <a:gd name="T97" fmla="*/ 241 h 546"/>
              <a:gd name="T98" fmla="*/ 1786 w 2176"/>
              <a:gd name="T99" fmla="*/ 326 h 5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76" h="546">
                <a:moveTo>
                  <a:pt x="163" y="538"/>
                </a:moveTo>
                <a:cubicBezTo>
                  <a:pt x="116" y="538"/>
                  <a:pt x="116" y="538"/>
                  <a:pt x="116" y="538"/>
                </a:cubicBezTo>
                <a:cubicBezTo>
                  <a:pt x="336" y="2"/>
                  <a:pt x="336" y="2"/>
                  <a:pt x="336" y="2"/>
                </a:cubicBezTo>
                <a:cubicBezTo>
                  <a:pt x="384" y="2"/>
                  <a:pt x="384" y="2"/>
                  <a:pt x="384" y="2"/>
                </a:cubicBezTo>
                <a:lnTo>
                  <a:pt x="163" y="538"/>
                </a:lnTo>
                <a:close/>
                <a:moveTo>
                  <a:pt x="269" y="2"/>
                </a:moveTo>
                <a:cubicBezTo>
                  <a:pt x="221" y="2"/>
                  <a:pt x="221" y="2"/>
                  <a:pt x="221" y="2"/>
                </a:cubicBezTo>
                <a:cubicBezTo>
                  <a:pt x="0" y="538"/>
                  <a:pt x="0" y="538"/>
                  <a:pt x="0" y="538"/>
                </a:cubicBezTo>
                <a:cubicBezTo>
                  <a:pt x="48" y="538"/>
                  <a:pt x="48" y="538"/>
                  <a:pt x="48" y="538"/>
                </a:cubicBezTo>
                <a:lnTo>
                  <a:pt x="269" y="2"/>
                </a:lnTo>
                <a:close/>
                <a:moveTo>
                  <a:pt x="2176" y="2"/>
                </a:moveTo>
                <a:cubicBezTo>
                  <a:pt x="2128" y="2"/>
                  <a:pt x="2128" y="2"/>
                  <a:pt x="2128" y="2"/>
                </a:cubicBezTo>
                <a:cubicBezTo>
                  <a:pt x="1908" y="538"/>
                  <a:pt x="1908" y="538"/>
                  <a:pt x="1908" y="538"/>
                </a:cubicBezTo>
                <a:cubicBezTo>
                  <a:pt x="1955" y="538"/>
                  <a:pt x="1955" y="538"/>
                  <a:pt x="1955" y="538"/>
                </a:cubicBezTo>
                <a:lnTo>
                  <a:pt x="2176" y="2"/>
                </a:lnTo>
                <a:close/>
                <a:moveTo>
                  <a:pt x="1131" y="536"/>
                </a:moveTo>
                <a:cubicBezTo>
                  <a:pt x="1131" y="175"/>
                  <a:pt x="1131" y="175"/>
                  <a:pt x="1131" y="175"/>
                </a:cubicBezTo>
                <a:cubicBezTo>
                  <a:pt x="1049" y="175"/>
                  <a:pt x="1049" y="175"/>
                  <a:pt x="1049" y="175"/>
                </a:cubicBezTo>
                <a:cubicBezTo>
                  <a:pt x="1049" y="384"/>
                  <a:pt x="1049" y="384"/>
                  <a:pt x="1049" y="384"/>
                </a:cubicBezTo>
                <a:cubicBezTo>
                  <a:pt x="1049" y="399"/>
                  <a:pt x="1047" y="412"/>
                  <a:pt x="1042" y="424"/>
                </a:cubicBezTo>
                <a:cubicBezTo>
                  <a:pt x="1038" y="436"/>
                  <a:pt x="1032" y="446"/>
                  <a:pt x="1025" y="454"/>
                </a:cubicBezTo>
                <a:cubicBezTo>
                  <a:pt x="1017" y="462"/>
                  <a:pt x="1009" y="468"/>
                  <a:pt x="999" y="472"/>
                </a:cubicBezTo>
                <a:cubicBezTo>
                  <a:pt x="989" y="476"/>
                  <a:pt x="978" y="478"/>
                  <a:pt x="967" y="478"/>
                </a:cubicBezTo>
                <a:cubicBezTo>
                  <a:pt x="956" y="478"/>
                  <a:pt x="946" y="476"/>
                  <a:pt x="937" y="473"/>
                </a:cubicBezTo>
                <a:cubicBezTo>
                  <a:pt x="927" y="470"/>
                  <a:pt x="920" y="464"/>
                  <a:pt x="913" y="457"/>
                </a:cubicBezTo>
                <a:cubicBezTo>
                  <a:pt x="906" y="449"/>
                  <a:pt x="901" y="440"/>
                  <a:pt x="897" y="428"/>
                </a:cubicBezTo>
                <a:cubicBezTo>
                  <a:pt x="894" y="416"/>
                  <a:pt x="892" y="401"/>
                  <a:pt x="892" y="384"/>
                </a:cubicBezTo>
                <a:cubicBezTo>
                  <a:pt x="892" y="175"/>
                  <a:pt x="892" y="175"/>
                  <a:pt x="892" y="175"/>
                </a:cubicBezTo>
                <a:cubicBezTo>
                  <a:pt x="809" y="175"/>
                  <a:pt x="809" y="175"/>
                  <a:pt x="809" y="175"/>
                </a:cubicBezTo>
                <a:cubicBezTo>
                  <a:pt x="809" y="394"/>
                  <a:pt x="809" y="394"/>
                  <a:pt x="809" y="394"/>
                </a:cubicBezTo>
                <a:cubicBezTo>
                  <a:pt x="809" y="444"/>
                  <a:pt x="821" y="482"/>
                  <a:pt x="843" y="507"/>
                </a:cubicBezTo>
                <a:cubicBezTo>
                  <a:pt x="865" y="532"/>
                  <a:pt x="897" y="545"/>
                  <a:pt x="939" y="545"/>
                </a:cubicBezTo>
                <a:cubicBezTo>
                  <a:pt x="951" y="545"/>
                  <a:pt x="963" y="543"/>
                  <a:pt x="975" y="540"/>
                </a:cubicBezTo>
                <a:cubicBezTo>
                  <a:pt x="986" y="537"/>
                  <a:pt x="996" y="532"/>
                  <a:pt x="1005" y="526"/>
                </a:cubicBezTo>
                <a:cubicBezTo>
                  <a:pt x="1014" y="521"/>
                  <a:pt x="1022" y="514"/>
                  <a:pt x="1029" y="506"/>
                </a:cubicBezTo>
                <a:cubicBezTo>
                  <a:pt x="1037" y="499"/>
                  <a:pt x="1043" y="490"/>
                  <a:pt x="1048" y="482"/>
                </a:cubicBezTo>
                <a:cubicBezTo>
                  <a:pt x="1049" y="482"/>
                  <a:pt x="1049" y="482"/>
                  <a:pt x="1049" y="482"/>
                </a:cubicBezTo>
                <a:cubicBezTo>
                  <a:pt x="1049" y="536"/>
                  <a:pt x="1049" y="536"/>
                  <a:pt x="1049" y="536"/>
                </a:cubicBezTo>
                <a:lnTo>
                  <a:pt x="1131" y="536"/>
                </a:lnTo>
                <a:close/>
                <a:moveTo>
                  <a:pt x="1307" y="48"/>
                </a:moveTo>
                <a:cubicBezTo>
                  <a:pt x="1307" y="41"/>
                  <a:pt x="1306" y="35"/>
                  <a:pt x="1303" y="29"/>
                </a:cubicBezTo>
                <a:cubicBezTo>
                  <a:pt x="1301" y="23"/>
                  <a:pt x="1297" y="18"/>
                  <a:pt x="1293" y="14"/>
                </a:cubicBezTo>
                <a:cubicBezTo>
                  <a:pt x="1288" y="9"/>
                  <a:pt x="1283" y="6"/>
                  <a:pt x="1277" y="3"/>
                </a:cubicBezTo>
                <a:cubicBezTo>
                  <a:pt x="1271" y="1"/>
                  <a:pt x="1264" y="0"/>
                  <a:pt x="1257" y="0"/>
                </a:cubicBezTo>
                <a:cubicBezTo>
                  <a:pt x="1250" y="0"/>
                  <a:pt x="1244" y="1"/>
                  <a:pt x="1238" y="3"/>
                </a:cubicBezTo>
                <a:cubicBezTo>
                  <a:pt x="1232" y="6"/>
                  <a:pt x="1226" y="9"/>
                  <a:pt x="1222" y="13"/>
                </a:cubicBezTo>
                <a:cubicBezTo>
                  <a:pt x="1217" y="18"/>
                  <a:pt x="1214" y="23"/>
                  <a:pt x="1211" y="29"/>
                </a:cubicBezTo>
                <a:cubicBezTo>
                  <a:pt x="1209" y="34"/>
                  <a:pt x="1207" y="41"/>
                  <a:pt x="1207" y="48"/>
                </a:cubicBezTo>
                <a:cubicBezTo>
                  <a:pt x="1207" y="54"/>
                  <a:pt x="1209" y="60"/>
                  <a:pt x="1211" y="66"/>
                </a:cubicBezTo>
                <a:cubicBezTo>
                  <a:pt x="1214" y="72"/>
                  <a:pt x="1217" y="77"/>
                  <a:pt x="1221" y="81"/>
                </a:cubicBezTo>
                <a:cubicBezTo>
                  <a:pt x="1226" y="85"/>
                  <a:pt x="1231" y="88"/>
                  <a:pt x="1237" y="91"/>
                </a:cubicBezTo>
                <a:cubicBezTo>
                  <a:pt x="1243" y="93"/>
                  <a:pt x="1250" y="95"/>
                  <a:pt x="1257" y="95"/>
                </a:cubicBezTo>
                <a:cubicBezTo>
                  <a:pt x="1264" y="95"/>
                  <a:pt x="1271" y="93"/>
                  <a:pt x="1277" y="91"/>
                </a:cubicBezTo>
                <a:cubicBezTo>
                  <a:pt x="1283" y="88"/>
                  <a:pt x="1289" y="85"/>
                  <a:pt x="1293" y="81"/>
                </a:cubicBezTo>
                <a:cubicBezTo>
                  <a:pt x="1297" y="77"/>
                  <a:pt x="1301" y="72"/>
                  <a:pt x="1303" y="66"/>
                </a:cubicBezTo>
                <a:cubicBezTo>
                  <a:pt x="1306" y="60"/>
                  <a:pt x="1307" y="54"/>
                  <a:pt x="1307" y="48"/>
                </a:cubicBezTo>
                <a:moveTo>
                  <a:pt x="1216" y="536"/>
                </a:moveTo>
                <a:cubicBezTo>
                  <a:pt x="1297" y="536"/>
                  <a:pt x="1297" y="536"/>
                  <a:pt x="1297" y="536"/>
                </a:cubicBezTo>
                <a:cubicBezTo>
                  <a:pt x="1297" y="175"/>
                  <a:pt x="1297" y="175"/>
                  <a:pt x="1297" y="175"/>
                </a:cubicBezTo>
                <a:cubicBezTo>
                  <a:pt x="1216" y="175"/>
                  <a:pt x="1216" y="175"/>
                  <a:pt x="1216" y="175"/>
                </a:cubicBezTo>
                <a:lnTo>
                  <a:pt x="1216" y="536"/>
                </a:lnTo>
                <a:close/>
                <a:moveTo>
                  <a:pt x="1376" y="536"/>
                </a:moveTo>
                <a:cubicBezTo>
                  <a:pt x="1457" y="536"/>
                  <a:pt x="1457" y="536"/>
                  <a:pt x="1457" y="536"/>
                </a:cubicBezTo>
                <a:cubicBezTo>
                  <a:pt x="1457" y="2"/>
                  <a:pt x="1457" y="2"/>
                  <a:pt x="1457" y="2"/>
                </a:cubicBezTo>
                <a:cubicBezTo>
                  <a:pt x="1376" y="2"/>
                  <a:pt x="1376" y="2"/>
                  <a:pt x="1376" y="2"/>
                </a:cubicBezTo>
                <a:lnTo>
                  <a:pt x="1376" y="536"/>
                </a:lnTo>
                <a:close/>
                <a:moveTo>
                  <a:pt x="765" y="342"/>
                </a:moveTo>
                <a:cubicBezTo>
                  <a:pt x="765" y="317"/>
                  <a:pt x="762" y="294"/>
                  <a:pt x="756" y="272"/>
                </a:cubicBezTo>
                <a:cubicBezTo>
                  <a:pt x="750" y="249"/>
                  <a:pt x="741" y="230"/>
                  <a:pt x="729" y="213"/>
                </a:cubicBezTo>
                <a:cubicBezTo>
                  <a:pt x="717" y="196"/>
                  <a:pt x="701" y="183"/>
                  <a:pt x="682" y="173"/>
                </a:cubicBezTo>
                <a:cubicBezTo>
                  <a:pt x="663" y="163"/>
                  <a:pt x="640" y="158"/>
                  <a:pt x="613" y="158"/>
                </a:cubicBezTo>
                <a:cubicBezTo>
                  <a:pt x="599" y="158"/>
                  <a:pt x="585" y="160"/>
                  <a:pt x="573" y="163"/>
                </a:cubicBezTo>
                <a:cubicBezTo>
                  <a:pt x="561" y="166"/>
                  <a:pt x="549" y="171"/>
                  <a:pt x="539" y="177"/>
                </a:cubicBezTo>
                <a:cubicBezTo>
                  <a:pt x="529" y="183"/>
                  <a:pt x="520" y="190"/>
                  <a:pt x="512" y="199"/>
                </a:cubicBezTo>
                <a:cubicBezTo>
                  <a:pt x="504" y="207"/>
                  <a:pt x="497" y="216"/>
                  <a:pt x="491" y="226"/>
                </a:cubicBezTo>
                <a:cubicBezTo>
                  <a:pt x="489" y="226"/>
                  <a:pt x="489" y="226"/>
                  <a:pt x="489" y="226"/>
                </a:cubicBezTo>
                <a:cubicBezTo>
                  <a:pt x="489" y="2"/>
                  <a:pt x="489" y="2"/>
                  <a:pt x="489" y="2"/>
                </a:cubicBezTo>
                <a:cubicBezTo>
                  <a:pt x="460" y="2"/>
                  <a:pt x="460" y="2"/>
                  <a:pt x="460" y="2"/>
                </a:cubicBezTo>
                <a:cubicBezTo>
                  <a:pt x="406" y="133"/>
                  <a:pt x="406" y="133"/>
                  <a:pt x="406" y="133"/>
                </a:cubicBezTo>
                <a:cubicBezTo>
                  <a:pt x="406" y="537"/>
                  <a:pt x="406" y="537"/>
                  <a:pt x="406" y="537"/>
                </a:cubicBezTo>
                <a:cubicBezTo>
                  <a:pt x="489" y="537"/>
                  <a:pt x="489" y="537"/>
                  <a:pt x="489" y="537"/>
                </a:cubicBezTo>
                <a:cubicBezTo>
                  <a:pt x="489" y="490"/>
                  <a:pt x="489" y="490"/>
                  <a:pt x="489" y="490"/>
                </a:cubicBezTo>
                <a:cubicBezTo>
                  <a:pt x="491" y="490"/>
                  <a:pt x="491" y="490"/>
                  <a:pt x="491" y="490"/>
                </a:cubicBezTo>
                <a:cubicBezTo>
                  <a:pt x="496" y="498"/>
                  <a:pt x="502" y="505"/>
                  <a:pt x="509" y="512"/>
                </a:cubicBezTo>
                <a:cubicBezTo>
                  <a:pt x="515" y="519"/>
                  <a:pt x="523" y="525"/>
                  <a:pt x="532" y="530"/>
                </a:cubicBezTo>
                <a:cubicBezTo>
                  <a:pt x="540" y="535"/>
                  <a:pt x="550" y="539"/>
                  <a:pt x="561" y="542"/>
                </a:cubicBezTo>
                <a:cubicBezTo>
                  <a:pt x="571" y="544"/>
                  <a:pt x="583" y="546"/>
                  <a:pt x="596" y="546"/>
                </a:cubicBezTo>
                <a:cubicBezTo>
                  <a:pt x="623" y="546"/>
                  <a:pt x="647" y="541"/>
                  <a:pt x="668" y="530"/>
                </a:cubicBezTo>
                <a:cubicBezTo>
                  <a:pt x="689" y="520"/>
                  <a:pt x="707" y="506"/>
                  <a:pt x="721" y="488"/>
                </a:cubicBezTo>
                <a:cubicBezTo>
                  <a:pt x="736" y="470"/>
                  <a:pt x="747" y="448"/>
                  <a:pt x="754" y="423"/>
                </a:cubicBezTo>
                <a:cubicBezTo>
                  <a:pt x="761" y="398"/>
                  <a:pt x="765" y="371"/>
                  <a:pt x="765" y="342"/>
                </a:cubicBezTo>
                <a:moveTo>
                  <a:pt x="678" y="341"/>
                </a:moveTo>
                <a:cubicBezTo>
                  <a:pt x="678" y="363"/>
                  <a:pt x="676" y="383"/>
                  <a:pt x="671" y="400"/>
                </a:cubicBezTo>
                <a:cubicBezTo>
                  <a:pt x="667" y="418"/>
                  <a:pt x="660" y="432"/>
                  <a:pt x="651" y="443"/>
                </a:cubicBezTo>
                <a:cubicBezTo>
                  <a:pt x="643" y="455"/>
                  <a:pt x="632" y="463"/>
                  <a:pt x="620" y="469"/>
                </a:cubicBezTo>
                <a:cubicBezTo>
                  <a:pt x="607" y="475"/>
                  <a:pt x="593" y="478"/>
                  <a:pt x="578" y="478"/>
                </a:cubicBezTo>
                <a:cubicBezTo>
                  <a:pt x="565" y="478"/>
                  <a:pt x="553" y="475"/>
                  <a:pt x="542" y="470"/>
                </a:cubicBezTo>
                <a:cubicBezTo>
                  <a:pt x="531" y="466"/>
                  <a:pt x="522" y="459"/>
                  <a:pt x="514" y="450"/>
                </a:cubicBezTo>
                <a:cubicBezTo>
                  <a:pt x="506" y="442"/>
                  <a:pt x="500" y="432"/>
                  <a:pt x="495" y="421"/>
                </a:cubicBezTo>
                <a:cubicBezTo>
                  <a:pt x="491" y="410"/>
                  <a:pt x="488" y="397"/>
                  <a:pt x="488" y="384"/>
                </a:cubicBezTo>
                <a:cubicBezTo>
                  <a:pt x="488" y="336"/>
                  <a:pt x="488" y="336"/>
                  <a:pt x="488" y="336"/>
                </a:cubicBezTo>
                <a:cubicBezTo>
                  <a:pt x="488" y="319"/>
                  <a:pt x="491" y="304"/>
                  <a:pt x="496" y="291"/>
                </a:cubicBezTo>
                <a:cubicBezTo>
                  <a:pt x="500" y="278"/>
                  <a:pt x="507" y="266"/>
                  <a:pt x="516" y="257"/>
                </a:cubicBezTo>
                <a:cubicBezTo>
                  <a:pt x="524" y="247"/>
                  <a:pt x="534" y="240"/>
                  <a:pt x="546" y="234"/>
                </a:cubicBezTo>
                <a:cubicBezTo>
                  <a:pt x="558" y="229"/>
                  <a:pt x="571" y="226"/>
                  <a:pt x="586" y="226"/>
                </a:cubicBezTo>
                <a:cubicBezTo>
                  <a:pt x="601" y="226"/>
                  <a:pt x="614" y="229"/>
                  <a:pt x="625" y="234"/>
                </a:cubicBezTo>
                <a:cubicBezTo>
                  <a:pt x="636" y="240"/>
                  <a:pt x="646" y="247"/>
                  <a:pt x="654" y="257"/>
                </a:cubicBezTo>
                <a:cubicBezTo>
                  <a:pt x="662" y="267"/>
                  <a:pt x="668" y="279"/>
                  <a:pt x="672" y="293"/>
                </a:cubicBezTo>
                <a:cubicBezTo>
                  <a:pt x="676" y="307"/>
                  <a:pt x="678" y="323"/>
                  <a:pt x="678" y="341"/>
                </a:cubicBezTo>
                <a:moveTo>
                  <a:pt x="1866" y="537"/>
                </a:moveTo>
                <a:cubicBezTo>
                  <a:pt x="1866" y="2"/>
                  <a:pt x="1866" y="2"/>
                  <a:pt x="1866" y="2"/>
                </a:cubicBezTo>
                <a:cubicBezTo>
                  <a:pt x="1785" y="2"/>
                  <a:pt x="1785" y="2"/>
                  <a:pt x="1785" y="2"/>
                </a:cubicBezTo>
                <a:cubicBezTo>
                  <a:pt x="1785" y="220"/>
                  <a:pt x="1785" y="220"/>
                  <a:pt x="1785" y="220"/>
                </a:cubicBezTo>
                <a:cubicBezTo>
                  <a:pt x="1783" y="220"/>
                  <a:pt x="1783" y="220"/>
                  <a:pt x="1783" y="220"/>
                </a:cubicBezTo>
                <a:cubicBezTo>
                  <a:pt x="1779" y="213"/>
                  <a:pt x="1773" y="206"/>
                  <a:pt x="1767" y="199"/>
                </a:cubicBezTo>
                <a:cubicBezTo>
                  <a:pt x="1760" y="192"/>
                  <a:pt x="1753" y="187"/>
                  <a:pt x="1744" y="182"/>
                </a:cubicBezTo>
                <a:cubicBezTo>
                  <a:pt x="1736" y="177"/>
                  <a:pt x="1726" y="173"/>
                  <a:pt x="1716" y="171"/>
                </a:cubicBezTo>
                <a:cubicBezTo>
                  <a:pt x="1705" y="168"/>
                  <a:pt x="1693" y="167"/>
                  <a:pt x="1681" y="167"/>
                </a:cubicBezTo>
                <a:cubicBezTo>
                  <a:pt x="1656" y="167"/>
                  <a:pt x="1633" y="171"/>
                  <a:pt x="1613" y="181"/>
                </a:cubicBezTo>
                <a:cubicBezTo>
                  <a:pt x="1592" y="190"/>
                  <a:pt x="1575" y="203"/>
                  <a:pt x="1561" y="220"/>
                </a:cubicBezTo>
                <a:cubicBezTo>
                  <a:pt x="1546" y="238"/>
                  <a:pt x="1535" y="259"/>
                  <a:pt x="1527" y="283"/>
                </a:cubicBezTo>
                <a:cubicBezTo>
                  <a:pt x="1519" y="308"/>
                  <a:pt x="1515" y="335"/>
                  <a:pt x="1515" y="365"/>
                </a:cubicBezTo>
                <a:cubicBezTo>
                  <a:pt x="1515" y="394"/>
                  <a:pt x="1519" y="420"/>
                  <a:pt x="1526" y="443"/>
                </a:cubicBezTo>
                <a:cubicBezTo>
                  <a:pt x="1534" y="465"/>
                  <a:pt x="1544" y="484"/>
                  <a:pt x="1558" y="500"/>
                </a:cubicBezTo>
                <a:cubicBezTo>
                  <a:pt x="1571" y="515"/>
                  <a:pt x="1587" y="526"/>
                  <a:pt x="1605" y="534"/>
                </a:cubicBezTo>
                <a:cubicBezTo>
                  <a:pt x="1624" y="542"/>
                  <a:pt x="1643" y="546"/>
                  <a:pt x="1665" y="546"/>
                </a:cubicBezTo>
                <a:cubicBezTo>
                  <a:pt x="1679" y="546"/>
                  <a:pt x="1693" y="544"/>
                  <a:pt x="1705" y="541"/>
                </a:cubicBezTo>
                <a:cubicBezTo>
                  <a:pt x="1717" y="538"/>
                  <a:pt x="1728" y="533"/>
                  <a:pt x="1737" y="528"/>
                </a:cubicBezTo>
                <a:cubicBezTo>
                  <a:pt x="1747" y="522"/>
                  <a:pt x="1756" y="515"/>
                  <a:pt x="1763" y="507"/>
                </a:cubicBezTo>
                <a:cubicBezTo>
                  <a:pt x="1771" y="499"/>
                  <a:pt x="1778" y="490"/>
                  <a:pt x="1783" y="480"/>
                </a:cubicBezTo>
                <a:cubicBezTo>
                  <a:pt x="1785" y="480"/>
                  <a:pt x="1785" y="480"/>
                  <a:pt x="1785" y="480"/>
                </a:cubicBezTo>
                <a:cubicBezTo>
                  <a:pt x="1785" y="537"/>
                  <a:pt x="1785" y="537"/>
                  <a:pt x="1785" y="537"/>
                </a:cubicBezTo>
                <a:lnTo>
                  <a:pt x="1866" y="537"/>
                </a:lnTo>
                <a:close/>
                <a:moveTo>
                  <a:pt x="1786" y="366"/>
                </a:moveTo>
                <a:cubicBezTo>
                  <a:pt x="1786" y="384"/>
                  <a:pt x="1783" y="399"/>
                  <a:pt x="1778" y="413"/>
                </a:cubicBezTo>
                <a:cubicBezTo>
                  <a:pt x="1773" y="427"/>
                  <a:pt x="1767" y="439"/>
                  <a:pt x="1758" y="449"/>
                </a:cubicBezTo>
                <a:cubicBezTo>
                  <a:pt x="1750" y="458"/>
                  <a:pt x="1740" y="466"/>
                  <a:pt x="1728" y="471"/>
                </a:cubicBezTo>
                <a:cubicBezTo>
                  <a:pt x="1717" y="476"/>
                  <a:pt x="1705" y="479"/>
                  <a:pt x="1692" y="479"/>
                </a:cubicBezTo>
                <a:cubicBezTo>
                  <a:pt x="1679" y="479"/>
                  <a:pt x="1667" y="477"/>
                  <a:pt x="1656" y="472"/>
                </a:cubicBezTo>
                <a:cubicBezTo>
                  <a:pt x="1644" y="467"/>
                  <a:pt x="1635" y="460"/>
                  <a:pt x="1626" y="450"/>
                </a:cubicBezTo>
                <a:cubicBezTo>
                  <a:pt x="1618" y="440"/>
                  <a:pt x="1612" y="428"/>
                  <a:pt x="1607" y="414"/>
                </a:cubicBezTo>
                <a:cubicBezTo>
                  <a:pt x="1602" y="399"/>
                  <a:pt x="1600" y="382"/>
                  <a:pt x="1600" y="363"/>
                </a:cubicBezTo>
                <a:cubicBezTo>
                  <a:pt x="1600" y="343"/>
                  <a:pt x="1602" y="325"/>
                  <a:pt x="1606" y="309"/>
                </a:cubicBezTo>
                <a:cubicBezTo>
                  <a:pt x="1610" y="294"/>
                  <a:pt x="1616" y="280"/>
                  <a:pt x="1624" y="269"/>
                </a:cubicBezTo>
                <a:cubicBezTo>
                  <a:pt x="1632" y="257"/>
                  <a:pt x="1642" y="249"/>
                  <a:pt x="1654" y="242"/>
                </a:cubicBezTo>
                <a:cubicBezTo>
                  <a:pt x="1667" y="236"/>
                  <a:pt x="1681" y="233"/>
                  <a:pt x="1697" y="233"/>
                </a:cubicBezTo>
                <a:cubicBezTo>
                  <a:pt x="1709" y="233"/>
                  <a:pt x="1721" y="236"/>
                  <a:pt x="1732" y="241"/>
                </a:cubicBezTo>
                <a:cubicBezTo>
                  <a:pt x="1743" y="245"/>
                  <a:pt x="1752" y="252"/>
                  <a:pt x="1760" y="260"/>
                </a:cubicBezTo>
                <a:cubicBezTo>
                  <a:pt x="1768" y="269"/>
                  <a:pt x="1774" y="279"/>
                  <a:pt x="1779" y="290"/>
                </a:cubicBezTo>
                <a:cubicBezTo>
                  <a:pt x="1783" y="301"/>
                  <a:pt x="1786" y="313"/>
                  <a:pt x="1786" y="326"/>
                </a:cubicBezTo>
                <a:lnTo>
                  <a:pt x="1786" y="366"/>
                </a:lnTo>
                <a:close/>
              </a:path>
            </a:pathLst>
          </a:custGeom>
          <a:solidFill>
            <a:srgbClr val="323232"/>
          </a:solidFill>
          <a:ln>
            <a:noFill/>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invGray">
          <a:xfrm>
            <a:off x="10129837" y="6126162"/>
            <a:ext cx="1849602" cy="394827"/>
          </a:xfrm>
          <a:prstGeom prst="rect">
            <a:avLst/>
          </a:prstGeom>
          <a:noFill/>
          <a:ln>
            <a:noFill/>
          </a:ln>
        </p:spPr>
      </p:pic>
    </p:spTree>
    <p:extLst>
      <p:ext uri="{BB962C8B-B14F-4D97-AF65-F5344CB8AC3E}">
        <p14:creationId xmlns:p14="http://schemas.microsoft.com/office/powerpoint/2010/main" val="1374461735"/>
      </p:ext>
    </p:extLst>
  </p:cSld>
  <p:clrMapOvr>
    <a:masterClrMapping/>
  </p:clrMapOvr>
  <p:transition>
    <p:fade/>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Multiple Shapes &amp; Color Background">
    <p:spTree>
      <p:nvGrpSpPr>
        <p:cNvPr id="1" name=""/>
        <p:cNvGrpSpPr/>
        <p:nvPr/>
      </p:nvGrpSpPr>
      <p:grpSpPr>
        <a:xfrm>
          <a:off x="0" y="0"/>
          <a:ext cx="0" cy="0"/>
          <a:chOff x="0" y="0"/>
          <a:chExt cx="0" cy="0"/>
        </a:xfrm>
      </p:grpSpPr>
      <p:sp>
        <p:nvSpPr>
          <p:cNvPr id="6" name="Picture Placeholder 12"/>
          <p:cNvSpPr>
            <a:spLocks noGrp="1"/>
          </p:cNvSpPr>
          <p:nvPr>
            <p:ph type="pic" sz="quarter" idx="17"/>
          </p:nvPr>
        </p:nvSpPr>
        <p:spPr>
          <a:xfrm>
            <a:off x="274638" y="2307518"/>
            <a:ext cx="1563194" cy="323299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7951"/>
              <a:gd name="connsiteX1" fmla="*/ 10057 w 10057"/>
              <a:gd name="connsiteY1" fmla="*/ 1452 h 7951"/>
              <a:gd name="connsiteX2" fmla="*/ 10054 w 10057"/>
              <a:gd name="connsiteY2" fmla="*/ 5606 h 7951"/>
              <a:gd name="connsiteX3" fmla="*/ 0 w 10057"/>
              <a:gd name="connsiteY3" fmla="*/ 7951 h 7951"/>
              <a:gd name="connsiteX4" fmla="*/ 9 w 10057"/>
              <a:gd name="connsiteY4" fmla="*/ 0 h 7951"/>
              <a:gd name="connsiteX0" fmla="*/ 9 w 10000"/>
              <a:gd name="connsiteY0" fmla="*/ 0 h 10000"/>
              <a:gd name="connsiteX1" fmla="*/ 10000 w 10000"/>
              <a:gd name="connsiteY1" fmla="*/ 1826 h 10000"/>
              <a:gd name="connsiteX2" fmla="*/ 9997 w 10000"/>
              <a:gd name="connsiteY2" fmla="*/ 705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1826 h 10000"/>
              <a:gd name="connsiteX2" fmla="*/ 9969 w 10000"/>
              <a:gd name="connsiteY2" fmla="*/ 713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2854 h 10000"/>
              <a:gd name="connsiteX2" fmla="*/ 9969 w 10000"/>
              <a:gd name="connsiteY2" fmla="*/ 7131 h 10000"/>
              <a:gd name="connsiteX3" fmla="*/ 0 w 10000"/>
              <a:gd name="connsiteY3" fmla="*/ 10000 h 10000"/>
              <a:gd name="connsiteX4" fmla="*/ 9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9" y="0"/>
                </a:moveTo>
                <a:lnTo>
                  <a:pt x="10000" y="2854"/>
                </a:lnTo>
                <a:cubicBezTo>
                  <a:pt x="9998" y="7335"/>
                  <a:pt x="9970" y="2648"/>
                  <a:pt x="9969" y="7131"/>
                </a:cubicBezTo>
                <a:cubicBezTo>
                  <a:pt x="9964" y="7082"/>
                  <a:pt x="-38" y="10005"/>
                  <a:pt x="0" y="10000"/>
                </a:cubicBezTo>
                <a:cubicBezTo>
                  <a:pt x="6" y="5808"/>
                  <a:pt x="3" y="4192"/>
                  <a:pt x="9" y="0"/>
                </a:cubicBezTo>
                <a:close/>
              </a:path>
            </a:pathLst>
          </a:custGeom>
        </p:spPr>
        <p:txBody>
          <a:bodyPr anchor="ctr" anchorCtr="0">
            <a:normAutofit/>
          </a:bodyPr>
          <a:lstStyle>
            <a:lvl1pPr marL="0" marR="0" indent="0" algn="l" defTabSz="1243266" rtl="0" eaLnBrk="1" fontAlgn="base" latinLnBrk="0" hangingPunct="1">
              <a:lnSpc>
                <a:spcPct val="95000"/>
              </a:lnSpc>
              <a:spcBef>
                <a:spcPts val="0"/>
              </a:spcBef>
              <a:spcAft>
                <a:spcPts val="0"/>
              </a:spcAft>
              <a:buClr>
                <a:schemeClr val="accent1"/>
              </a:buClr>
              <a:buSzPct val="110000"/>
              <a:buFont typeface="Avenir LT Pro 45 Book" charset="0"/>
              <a:buNone/>
              <a:tabLst/>
              <a:defRPr sz="1600"/>
            </a:lvl1pPr>
          </a:lstStyle>
          <a:p>
            <a:r>
              <a:rPr lang="en-US" smtClean="0"/>
              <a:t>Click icon to add picture</a:t>
            </a:r>
            <a:endParaRPr lang="en-US" dirty="0"/>
          </a:p>
        </p:txBody>
      </p:sp>
      <p:sp>
        <p:nvSpPr>
          <p:cNvPr id="8" name="Picture Placeholder 12"/>
          <p:cNvSpPr>
            <a:spLocks noGrp="1"/>
          </p:cNvSpPr>
          <p:nvPr>
            <p:ph type="pic" sz="quarter" idx="18"/>
          </p:nvPr>
        </p:nvSpPr>
        <p:spPr>
          <a:xfrm>
            <a:off x="4745014" y="2301239"/>
            <a:ext cx="3232905" cy="324554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anchor="ctr" anchorCtr="0">
            <a:normAutofit/>
          </a:bodyPr>
          <a:lstStyle>
            <a:lvl1pPr>
              <a:defRPr sz="1600"/>
            </a:lvl1pPr>
          </a:lstStyle>
          <a:p>
            <a:r>
              <a:rPr lang="en-US" smtClean="0"/>
              <a:t>Click icon to add picture</a:t>
            </a:r>
            <a:endParaRPr lang="en-US" dirty="0"/>
          </a:p>
        </p:txBody>
      </p:sp>
      <p:sp>
        <p:nvSpPr>
          <p:cNvPr id="9" name="Picture Placeholder 12"/>
          <p:cNvSpPr>
            <a:spLocks noGrp="1"/>
          </p:cNvSpPr>
          <p:nvPr>
            <p:ph type="pic" sz="quarter" idx="19"/>
          </p:nvPr>
        </p:nvSpPr>
        <p:spPr>
          <a:xfrm>
            <a:off x="8258122" y="2302035"/>
            <a:ext cx="3903716" cy="3243962"/>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47"/>
              <a:gd name="connsiteY0" fmla="*/ 0 h 10000"/>
              <a:gd name="connsiteX1" fmla="*/ 10046 w 10047"/>
              <a:gd name="connsiteY1" fmla="*/ 693 h 10000"/>
              <a:gd name="connsiteX2" fmla="*/ 10043 w 10047"/>
              <a:gd name="connsiteY2" fmla="*/ 9284 h 10000"/>
              <a:gd name="connsiteX3" fmla="*/ 0 w 10047"/>
              <a:gd name="connsiteY3" fmla="*/ 10000 h 10000"/>
              <a:gd name="connsiteX4" fmla="*/ 9 w 10047"/>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7" h="10000">
                <a:moveTo>
                  <a:pt x="9" y="0"/>
                </a:moveTo>
                <a:cubicBezTo>
                  <a:pt x="-9" y="5"/>
                  <a:pt x="5027" y="346"/>
                  <a:pt x="10046" y="693"/>
                </a:cubicBezTo>
                <a:cubicBezTo>
                  <a:pt x="10052" y="3075"/>
                  <a:pt x="10037" y="6902"/>
                  <a:pt x="10043" y="9284"/>
                </a:cubicBezTo>
                <a:lnTo>
                  <a:pt x="0" y="10000"/>
                </a:lnTo>
                <a:cubicBezTo>
                  <a:pt x="6" y="6667"/>
                  <a:pt x="4" y="5000"/>
                  <a:pt x="9" y="0"/>
                </a:cubicBezTo>
                <a:close/>
              </a:path>
            </a:pathLst>
          </a:custGeom>
        </p:spPr>
        <p:txBody>
          <a:bodyPr anchor="ctr" anchorCtr="0">
            <a:normAutofit/>
          </a:bodyPr>
          <a:lstStyle>
            <a:lvl1pPr>
              <a:defRPr sz="1600"/>
            </a:lvl1pPr>
          </a:lstStyle>
          <a:p>
            <a:r>
              <a:rPr lang="en-US" smtClean="0"/>
              <a:t>Click icon to add picture</a:t>
            </a:r>
            <a:endParaRPr lang="en-US" dirty="0"/>
          </a:p>
        </p:txBody>
      </p:sp>
      <p:sp>
        <p:nvSpPr>
          <p:cNvPr id="10" name="Picture Placeholder 12"/>
          <p:cNvSpPr>
            <a:spLocks noGrp="1"/>
          </p:cNvSpPr>
          <p:nvPr>
            <p:ph type="pic" sz="quarter" idx="20"/>
          </p:nvPr>
        </p:nvSpPr>
        <p:spPr>
          <a:xfrm>
            <a:off x="2118039" y="2301050"/>
            <a:ext cx="2346769" cy="3245927"/>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7951"/>
              <a:gd name="connsiteX1" fmla="*/ 10057 w 10057"/>
              <a:gd name="connsiteY1" fmla="*/ 1452 h 7951"/>
              <a:gd name="connsiteX2" fmla="*/ 10054 w 10057"/>
              <a:gd name="connsiteY2" fmla="*/ 5606 h 7951"/>
              <a:gd name="connsiteX3" fmla="*/ 0 w 10057"/>
              <a:gd name="connsiteY3" fmla="*/ 7951 h 7951"/>
              <a:gd name="connsiteX4" fmla="*/ 9 w 10057"/>
              <a:gd name="connsiteY4" fmla="*/ 0 h 7951"/>
              <a:gd name="connsiteX0" fmla="*/ 9 w 10000"/>
              <a:gd name="connsiteY0" fmla="*/ 0 h 10000"/>
              <a:gd name="connsiteX1" fmla="*/ 10000 w 10000"/>
              <a:gd name="connsiteY1" fmla="*/ 1826 h 10000"/>
              <a:gd name="connsiteX2" fmla="*/ 9997 w 10000"/>
              <a:gd name="connsiteY2" fmla="*/ 705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1826 h 10000"/>
              <a:gd name="connsiteX2" fmla="*/ 9969 w 10000"/>
              <a:gd name="connsiteY2" fmla="*/ 713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2854 h 10000"/>
              <a:gd name="connsiteX2" fmla="*/ 9969 w 10000"/>
              <a:gd name="connsiteY2" fmla="*/ 7131 h 10000"/>
              <a:gd name="connsiteX3" fmla="*/ 0 w 10000"/>
              <a:gd name="connsiteY3" fmla="*/ 10000 h 10000"/>
              <a:gd name="connsiteX4" fmla="*/ 9 w 10000"/>
              <a:gd name="connsiteY4" fmla="*/ 0 h 10000"/>
              <a:gd name="connsiteX0" fmla="*/ 9 w 15000"/>
              <a:gd name="connsiteY0" fmla="*/ 0 h 10000"/>
              <a:gd name="connsiteX1" fmla="*/ 15000 w 15000"/>
              <a:gd name="connsiteY1" fmla="*/ 2173 h 10000"/>
              <a:gd name="connsiteX2" fmla="*/ 9969 w 15000"/>
              <a:gd name="connsiteY2" fmla="*/ 7131 h 10000"/>
              <a:gd name="connsiteX3" fmla="*/ 0 w 15000"/>
              <a:gd name="connsiteY3" fmla="*/ 10000 h 10000"/>
              <a:gd name="connsiteX4" fmla="*/ 9 w 15000"/>
              <a:gd name="connsiteY4" fmla="*/ 0 h 10000"/>
              <a:gd name="connsiteX0" fmla="*/ 9 w 15024"/>
              <a:gd name="connsiteY0" fmla="*/ 0 h 10000"/>
              <a:gd name="connsiteX1" fmla="*/ 15000 w 15024"/>
              <a:gd name="connsiteY1" fmla="*/ 2173 h 10000"/>
              <a:gd name="connsiteX2" fmla="*/ 15024 w 15024"/>
              <a:gd name="connsiteY2" fmla="*/ 7919 h 10000"/>
              <a:gd name="connsiteX3" fmla="*/ 0 w 15024"/>
              <a:gd name="connsiteY3" fmla="*/ 10000 h 10000"/>
              <a:gd name="connsiteX4" fmla="*/ 9 w 15024"/>
              <a:gd name="connsiteY4" fmla="*/ 0 h 10000"/>
              <a:gd name="connsiteX0" fmla="*/ 9 w 15024"/>
              <a:gd name="connsiteY0" fmla="*/ 0 h 10000"/>
              <a:gd name="connsiteX1" fmla="*/ 15000 w 15024"/>
              <a:gd name="connsiteY1" fmla="*/ 2173 h 10000"/>
              <a:gd name="connsiteX2" fmla="*/ 15024 w 15024"/>
              <a:gd name="connsiteY2" fmla="*/ 7906 h 10000"/>
              <a:gd name="connsiteX3" fmla="*/ 0 w 15024"/>
              <a:gd name="connsiteY3" fmla="*/ 10000 h 10000"/>
              <a:gd name="connsiteX4" fmla="*/ 9 w 15024"/>
              <a:gd name="connsiteY4" fmla="*/ 0 h 10000"/>
              <a:gd name="connsiteX0" fmla="*/ 1 w 15016"/>
              <a:gd name="connsiteY0" fmla="*/ 0 h 10053"/>
              <a:gd name="connsiteX1" fmla="*/ 14992 w 15016"/>
              <a:gd name="connsiteY1" fmla="*/ 2173 h 10053"/>
              <a:gd name="connsiteX2" fmla="*/ 15016 w 15016"/>
              <a:gd name="connsiteY2" fmla="*/ 7906 h 10053"/>
              <a:gd name="connsiteX3" fmla="*/ 20 w 15016"/>
              <a:gd name="connsiteY3" fmla="*/ 10053 h 10053"/>
              <a:gd name="connsiteX4" fmla="*/ 1 w 15016"/>
              <a:gd name="connsiteY4" fmla="*/ 0 h 10053"/>
              <a:gd name="connsiteX0" fmla="*/ 9 w 15024"/>
              <a:gd name="connsiteY0" fmla="*/ 0 h 10040"/>
              <a:gd name="connsiteX1" fmla="*/ 15000 w 15024"/>
              <a:gd name="connsiteY1" fmla="*/ 2173 h 10040"/>
              <a:gd name="connsiteX2" fmla="*/ 15024 w 15024"/>
              <a:gd name="connsiteY2" fmla="*/ 7906 h 10040"/>
              <a:gd name="connsiteX3" fmla="*/ 0 w 15024"/>
              <a:gd name="connsiteY3" fmla="*/ 10040 h 10040"/>
              <a:gd name="connsiteX4" fmla="*/ 9 w 15024"/>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48"/>
              <a:gd name="connsiteY0" fmla="*/ 0 h 10040"/>
              <a:gd name="connsiteX1" fmla="*/ 15139 w 15148"/>
              <a:gd name="connsiteY1" fmla="*/ 2200 h 10040"/>
              <a:gd name="connsiteX2" fmla="*/ 15135 w 15148"/>
              <a:gd name="connsiteY2" fmla="*/ 7906 h 10040"/>
              <a:gd name="connsiteX3" fmla="*/ 0 w 15148"/>
              <a:gd name="connsiteY3" fmla="*/ 10040 h 10040"/>
              <a:gd name="connsiteX4" fmla="*/ 9 w 15148"/>
              <a:gd name="connsiteY4" fmla="*/ 0 h 10040"/>
              <a:gd name="connsiteX0" fmla="*/ 9 w 15143"/>
              <a:gd name="connsiteY0" fmla="*/ 0 h 10040"/>
              <a:gd name="connsiteX1" fmla="*/ 15111 w 15143"/>
              <a:gd name="connsiteY1" fmla="*/ 2240 h 10040"/>
              <a:gd name="connsiteX2" fmla="*/ 15135 w 15143"/>
              <a:gd name="connsiteY2" fmla="*/ 7906 h 10040"/>
              <a:gd name="connsiteX3" fmla="*/ 0 w 15143"/>
              <a:gd name="connsiteY3" fmla="*/ 10040 h 10040"/>
              <a:gd name="connsiteX4" fmla="*/ 9 w 15143"/>
              <a:gd name="connsiteY4" fmla="*/ 0 h 10040"/>
              <a:gd name="connsiteX0" fmla="*/ 9 w 15141"/>
              <a:gd name="connsiteY0" fmla="*/ 0 h 10040"/>
              <a:gd name="connsiteX1" fmla="*/ 15083 w 15141"/>
              <a:gd name="connsiteY1" fmla="*/ 2187 h 10040"/>
              <a:gd name="connsiteX2" fmla="*/ 15135 w 15141"/>
              <a:gd name="connsiteY2" fmla="*/ 7906 h 10040"/>
              <a:gd name="connsiteX3" fmla="*/ 0 w 15141"/>
              <a:gd name="connsiteY3" fmla="*/ 10040 h 10040"/>
              <a:gd name="connsiteX4" fmla="*/ 9 w 15141"/>
              <a:gd name="connsiteY4" fmla="*/ 0 h 10040"/>
              <a:gd name="connsiteX0" fmla="*/ 9 w 15083"/>
              <a:gd name="connsiteY0" fmla="*/ 0 h 10040"/>
              <a:gd name="connsiteX1" fmla="*/ 15083 w 15083"/>
              <a:gd name="connsiteY1" fmla="*/ 2187 h 10040"/>
              <a:gd name="connsiteX2" fmla="*/ 15052 w 15083"/>
              <a:gd name="connsiteY2" fmla="*/ 7906 h 10040"/>
              <a:gd name="connsiteX3" fmla="*/ 0 w 15083"/>
              <a:gd name="connsiteY3" fmla="*/ 10040 h 10040"/>
              <a:gd name="connsiteX4" fmla="*/ 9 w 15083"/>
              <a:gd name="connsiteY4" fmla="*/ 0 h 10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83" h="10040">
                <a:moveTo>
                  <a:pt x="9" y="0"/>
                </a:moveTo>
                <a:lnTo>
                  <a:pt x="15083" y="2187"/>
                </a:lnTo>
                <a:cubicBezTo>
                  <a:pt x="15081" y="2167"/>
                  <a:pt x="15081" y="7843"/>
                  <a:pt x="15052" y="7906"/>
                </a:cubicBezTo>
                <a:cubicBezTo>
                  <a:pt x="15047" y="7857"/>
                  <a:pt x="-38" y="10045"/>
                  <a:pt x="0" y="10040"/>
                </a:cubicBezTo>
                <a:cubicBezTo>
                  <a:pt x="6" y="5848"/>
                  <a:pt x="3" y="4192"/>
                  <a:pt x="9" y="0"/>
                </a:cubicBezTo>
                <a:close/>
              </a:path>
            </a:pathLst>
          </a:custGeom>
        </p:spPr>
        <p:txBody>
          <a:bodyPr anchor="ctr" anchorCtr="0">
            <a:normAutofit/>
          </a:bodyPr>
          <a:lstStyle>
            <a:lvl1pPr marL="0" marR="0" indent="0" algn="l" defTabSz="1243266" rtl="0" eaLnBrk="1" fontAlgn="base" latinLnBrk="0" hangingPunct="1">
              <a:lnSpc>
                <a:spcPct val="95000"/>
              </a:lnSpc>
              <a:spcBef>
                <a:spcPts val="0"/>
              </a:spcBef>
              <a:spcAft>
                <a:spcPts val="0"/>
              </a:spcAft>
              <a:buClr>
                <a:schemeClr val="accent1"/>
              </a:buClr>
              <a:buSzPct val="110000"/>
              <a:buFont typeface="Avenir LT Pro 45 Book" charset="0"/>
              <a:buNone/>
              <a:tabLst/>
              <a:defRPr sz="1600"/>
            </a:lvl1pPr>
          </a:lstStyle>
          <a:p>
            <a:r>
              <a:rPr lang="en-US" smtClean="0"/>
              <a:t>Click icon to add picture</a:t>
            </a:r>
            <a:endParaRPr lang="en-US" dirty="0"/>
          </a:p>
        </p:txBody>
      </p:sp>
      <p:sp>
        <p:nvSpPr>
          <p:cNvPr id="2" name="Title 1"/>
          <p:cNvSpPr>
            <a:spLocks noGrp="1"/>
          </p:cNvSpPr>
          <p:nvPr>
            <p:ph type="title" hasCustomPrompt="1"/>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2149455251"/>
      </p:ext>
    </p:extLst>
  </p:cSld>
  <p:clrMapOvr>
    <a:masterClrMapping/>
  </p:clrMapOvr>
  <p:transition>
    <p:fade/>
  </p:transition>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Wingdings" panose="05000000000000000000" pitchFamily="2" charset="2"/>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Wingdings" panose="05000000000000000000" pitchFamily="2" charset="2"/>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Wingdings" panose="05000000000000000000" pitchFamily="2" charset="2"/>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Wingdings" panose="05000000000000000000" pitchFamily="2" charset="2"/>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Wingdings" panose="05000000000000000000" pitchFamily="2" charset="2"/>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C9E"/>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2309351170"/>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6540" y="5783263"/>
            <a:ext cx="11885298" cy="902608"/>
          </a:xfrm>
          <a:noFill/>
        </p:spPr>
        <p:txBody>
          <a:bodyPr lIns="146304" tIns="109728" rIns="146304" bIns="109728" anchor="b">
            <a:noAutofit/>
          </a:bodyPr>
          <a:lstStyle>
            <a:lvl1pPr marL="0" indent="0">
              <a:spcBef>
                <a:spcPts val="0"/>
              </a:spcBef>
              <a:buNone/>
              <a:defRPr sz="2000" spc="0" baseline="0">
                <a:gradFill>
                  <a:gsLst>
                    <a:gs pos="0">
                      <a:schemeClr val="tx1"/>
                    </a:gs>
                    <a:gs pos="100000">
                      <a:schemeClr val="tx1"/>
                    </a:gs>
                  </a:gsLst>
                  <a:lin ang="5400000" scaled="0"/>
                </a:gradFill>
                <a:latin typeface="+mn-lt"/>
              </a:defRPr>
            </a:lvl1pPr>
          </a:lstStyle>
          <a:p>
            <a:pPr lvl="0"/>
            <a:r>
              <a:rPr lang="en-US" dirty="0" smtClean="0"/>
              <a:t>Speaker Name</a:t>
            </a:r>
          </a:p>
        </p:txBody>
      </p:sp>
      <p:sp>
        <p:nvSpPr>
          <p:cNvPr id="9" name="Title 1"/>
          <p:cNvSpPr>
            <a:spLocks noGrp="1"/>
          </p:cNvSpPr>
          <p:nvPr>
            <p:ph type="title" hasCustomPrompt="1"/>
          </p:nvPr>
        </p:nvSpPr>
        <p:spPr>
          <a:xfrm>
            <a:off x="274702" y="2117165"/>
            <a:ext cx="11887135" cy="1837298"/>
          </a:xfrm>
          <a:noFill/>
        </p:spPr>
        <p:txBody>
          <a:bodyPr lIns="146304" tIns="91440" rIns="146304" bIns="91440" anchor="t" anchorCtr="0"/>
          <a:lstStyle>
            <a:lvl1pPr>
              <a:defRPr sz="5400" spc="-100" baseline="0">
                <a:gradFill>
                  <a:gsLst>
                    <a:gs pos="3333">
                      <a:schemeClr val="tx1"/>
                    </a:gs>
                    <a:gs pos="39000">
                      <a:schemeClr val="tx1"/>
                    </a:gs>
                  </a:gsLst>
                  <a:lin ang="5400000" scaled="0"/>
                </a:gradFill>
              </a:defRPr>
            </a:lvl1pPr>
          </a:lstStyle>
          <a:p>
            <a:r>
              <a:rPr lang="en-US" dirty="0" smtClean="0"/>
              <a:t>Presentation title</a:t>
            </a:r>
            <a:endParaRPr lang="en-US" dirty="0"/>
          </a:p>
        </p:txBody>
      </p:sp>
    </p:spTree>
    <p:extLst>
      <p:ext uri="{BB962C8B-B14F-4D97-AF65-F5344CB8AC3E}">
        <p14:creationId xmlns:p14="http://schemas.microsoft.com/office/powerpoint/2010/main" val="274291333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4406">
          <p15:clr>
            <a:srgbClr val="C35E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 2">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6540" y="5783263"/>
            <a:ext cx="9142098" cy="902608"/>
          </a:xfrm>
          <a:noFill/>
        </p:spPr>
        <p:txBody>
          <a:bodyPr lIns="146304" tIns="109728" rIns="146304" bIns="109728" anchor="b">
            <a:noAutofit/>
          </a:bodyPr>
          <a:lstStyle>
            <a:lvl1pPr marL="0" indent="0">
              <a:spcBef>
                <a:spcPts val="0"/>
              </a:spcBef>
              <a:buNone/>
              <a:defRPr sz="2000" spc="0" baseline="0">
                <a:gradFill>
                  <a:gsLst>
                    <a:gs pos="0">
                      <a:schemeClr val="tx1"/>
                    </a:gs>
                    <a:gs pos="100000">
                      <a:schemeClr val="tx1"/>
                    </a:gs>
                  </a:gsLst>
                  <a:lin ang="5400000" scaled="0"/>
                </a:gradFill>
                <a:latin typeface="+mn-lt"/>
              </a:defRPr>
            </a:lvl1pPr>
          </a:lstStyle>
          <a:p>
            <a:pPr lvl="0"/>
            <a:r>
              <a:rPr lang="en-US" dirty="0" smtClean="0"/>
              <a:t>Speaker Name</a:t>
            </a:r>
          </a:p>
        </p:txBody>
      </p:sp>
      <p:sp>
        <p:nvSpPr>
          <p:cNvPr id="9" name="Title 1"/>
          <p:cNvSpPr>
            <a:spLocks noGrp="1"/>
          </p:cNvSpPr>
          <p:nvPr>
            <p:ph type="title" hasCustomPrompt="1"/>
          </p:nvPr>
        </p:nvSpPr>
        <p:spPr>
          <a:xfrm>
            <a:off x="274702" y="2117165"/>
            <a:ext cx="11887135" cy="1837298"/>
          </a:xfrm>
          <a:noFill/>
        </p:spPr>
        <p:txBody>
          <a:bodyPr lIns="146304" tIns="91440" rIns="146304" bIns="91440" anchor="t" anchorCtr="0"/>
          <a:lstStyle>
            <a:lvl1pPr>
              <a:defRPr sz="5400" spc="-100" baseline="0">
                <a:gradFill>
                  <a:gsLst>
                    <a:gs pos="3333">
                      <a:schemeClr val="tx1"/>
                    </a:gs>
                    <a:gs pos="39000">
                      <a:schemeClr val="tx1"/>
                    </a:gs>
                  </a:gsLst>
                  <a:lin ang="5400000" scaled="0"/>
                </a:gradFill>
              </a:defRPr>
            </a:lvl1pPr>
          </a:lstStyle>
          <a:p>
            <a:r>
              <a:rPr lang="en-US" dirty="0" smtClean="0"/>
              <a:t>Presentation title</a:t>
            </a:r>
            <a:endParaRPr lang="en-US" dirty="0"/>
          </a:p>
        </p:txBody>
      </p:sp>
      <p:sp>
        <p:nvSpPr>
          <p:cNvPr id="4" name="Freeform 3"/>
          <p:cNvSpPr>
            <a:spLocks noChangeAspect="1" noEditPoints="1"/>
          </p:cNvSpPr>
          <p:nvPr userDrawn="1"/>
        </p:nvSpPr>
        <p:spPr bwMode="black">
          <a:xfrm>
            <a:off x="10332993" y="6103269"/>
            <a:ext cx="1639861" cy="411480"/>
          </a:xfrm>
          <a:custGeom>
            <a:avLst/>
            <a:gdLst>
              <a:gd name="T0" fmla="*/ 336 w 2176"/>
              <a:gd name="T1" fmla="*/ 2 h 546"/>
              <a:gd name="T2" fmla="*/ 269 w 2176"/>
              <a:gd name="T3" fmla="*/ 2 h 546"/>
              <a:gd name="T4" fmla="*/ 48 w 2176"/>
              <a:gd name="T5" fmla="*/ 538 h 546"/>
              <a:gd name="T6" fmla="*/ 2128 w 2176"/>
              <a:gd name="T7" fmla="*/ 2 h 546"/>
              <a:gd name="T8" fmla="*/ 2176 w 2176"/>
              <a:gd name="T9" fmla="*/ 2 h 546"/>
              <a:gd name="T10" fmla="*/ 1049 w 2176"/>
              <a:gd name="T11" fmla="*/ 175 h 546"/>
              <a:gd name="T12" fmla="*/ 1025 w 2176"/>
              <a:gd name="T13" fmla="*/ 454 h 546"/>
              <a:gd name="T14" fmla="*/ 937 w 2176"/>
              <a:gd name="T15" fmla="*/ 473 h 546"/>
              <a:gd name="T16" fmla="*/ 892 w 2176"/>
              <a:gd name="T17" fmla="*/ 384 h 546"/>
              <a:gd name="T18" fmla="*/ 809 w 2176"/>
              <a:gd name="T19" fmla="*/ 394 h 546"/>
              <a:gd name="T20" fmla="*/ 975 w 2176"/>
              <a:gd name="T21" fmla="*/ 540 h 546"/>
              <a:gd name="T22" fmla="*/ 1048 w 2176"/>
              <a:gd name="T23" fmla="*/ 482 h 546"/>
              <a:gd name="T24" fmla="*/ 1131 w 2176"/>
              <a:gd name="T25" fmla="*/ 536 h 546"/>
              <a:gd name="T26" fmla="*/ 1293 w 2176"/>
              <a:gd name="T27" fmla="*/ 14 h 546"/>
              <a:gd name="T28" fmla="*/ 1238 w 2176"/>
              <a:gd name="T29" fmla="*/ 3 h 546"/>
              <a:gd name="T30" fmla="*/ 1207 w 2176"/>
              <a:gd name="T31" fmla="*/ 48 h 546"/>
              <a:gd name="T32" fmla="*/ 1237 w 2176"/>
              <a:gd name="T33" fmla="*/ 91 h 546"/>
              <a:gd name="T34" fmla="*/ 1293 w 2176"/>
              <a:gd name="T35" fmla="*/ 81 h 546"/>
              <a:gd name="T36" fmla="*/ 1216 w 2176"/>
              <a:gd name="T37" fmla="*/ 536 h 546"/>
              <a:gd name="T38" fmla="*/ 1216 w 2176"/>
              <a:gd name="T39" fmla="*/ 175 h 546"/>
              <a:gd name="T40" fmla="*/ 1457 w 2176"/>
              <a:gd name="T41" fmla="*/ 536 h 546"/>
              <a:gd name="T42" fmla="*/ 1376 w 2176"/>
              <a:gd name="T43" fmla="*/ 536 h 546"/>
              <a:gd name="T44" fmla="*/ 729 w 2176"/>
              <a:gd name="T45" fmla="*/ 213 h 546"/>
              <a:gd name="T46" fmla="*/ 573 w 2176"/>
              <a:gd name="T47" fmla="*/ 163 h 546"/>
              <a:gd name="T48" fmla="*/ 491 w 2176"/>
              <a:gd name="T49" fmla="*/ 226 h 546"/>
              <a:gd name="T50" fmla="*/ 460 w 2176"/>
              <a:gd name="T51" fmla="*/ 2 h 546"/>
              <a:gd name="T52" fmla="*/ 489 w 2176"/>
              <a:gd name="T53" fmla="*/ 537 h 546"/>
              <a:gd name="T54" fmla="*/ 509 w 2176"/>
              <a:gd name="T55" fmla="*/ 512 h 546"/>
              <a:gd name="T56" fmla="*/ 596 w 2176"/>
              <a:gd name="T57" fmla="*/ 546 h 546"/>
              <a:gd name="T58" fmla="*/ 754 w 2176"/>
              <a:gd name="T59" fmla="*/ 423 h 546"/>
              <a:gd name="T60" fmla="*/ 671 w 2176"/>
              <a:gd name="T61" fmla="*/ 400 h 546"/>
              <a:gd name="T62" fmla="*/ 578 w 2176"/>
              <a:gd name="T63" fmla="*/ 478 h 546"/>
              <a:gd name="T64" fmla="*/ 495 w 2176"/>
              <a:gd name="T65" fmla="*/ 421 h 546"/>
              <a:gd name="T66" fmla="*/ 496 w 2176"/>
              <a:gd name="T67" fmla="*/ 291 h 546"/>
              <a:gd name="T68" fmla="*/ 586 w 2176"/>
              <a:gd name="T69" fmla="*/ 226 h 546"/>
              <a:gd name="T70" fmla="*/ 672 w 2176"/>
              <a:gd name="T71" fmla="*/ 293 h 546"/>
              <a:gd name="T72" fmla="*/ 1866 w 2176"/>
              <a:gd name="T73" fmla="*/ 2 h 546"/>
              <a:gd name="T74" fmla="*/ 1783 w 2176"/>
              <a:gd name="T75" fmla="*/ 220 h 546"/>
              <a:gd name="T76" fmla="*/ 1716 w 2176"/>
              <a:gd name="T77" fmla="*/ 171 h 546"/>
              <a:gd name="T78" fmla="*/ 1561 w 2176"/>
              <a:gd name="T79" fmla="*/ 220 h 546"/>
              <a:gd name="T80" fmla="*/ 1526 w 2176"/>
              <a:gd name="T81" fmla="*/ 443 h 546"/>
              <a:gd name="T82" fmla="*/ 1665 w 2176"/>
              <a:gd name="T83" fmla="*/ 546 h 546"/>
              <a:gd name="T84" fmla="*/ 1763 w 2176"/>
              <a:gd name="T85" fmla="*/ 507 h 546"/>
              <a:gd name="T86" fmla="*/ 1785 w 2176"/>
              <a:gd name="T87" fmla="*/ 537 h 546"/>
              <a:gd name="T88" fmla="*/ 1778 w 2176"/>
              <a:gd name="T89" fmla="*/ 413 h 546"/>
              <a:gd name="T90" fmla="*/ 1692 w 2176"/>
              <a:gd name="T91" fmla="*/ 479 h 546"/>
              <a:gd name="T92" fmla="*/ 1607 w 2176"/>
              <a:gd name="T93" fmla="*/ 414 h 546"/>
              <a:gd name="T94" fmla="*/ 1624 w 2176"/>
              <a:gd name="T95" fmla="*/ 269 h 546"/>
              <a:gd name="T96" fmla="*/ 1732 w 2176"/>
              <a:gd name="T97" fmla="*/ 241 h 546"/>
              <a:gd name="T98" fmla="*/ 1786 w 2176"/>
              <a:gd name="T99" fmla="*/ 326 h 5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76" h="546">
                <a:moveTo>
                  <a:pt x="163" y="538"/>
                </a:moveTo>
                <a:cubicBezTo>
                  <a:pt x="116" y="538"/>
                  <a:pt x="116" y="538"/>
                  <a:pt x="116" y="538"/>
                </a:cubicBezTo>
                <a:cubicBezTo>
                  <a:pt x="336" y="2"/>
                  <a:pt x="336" y="2"/>
                  <a:pt x="336" y="2"/>
                </a:cubicBezTo>
                <a:cubicBezTo>
                  <a:pt x="384" y="2"/>
                  <a:pt x="384" y="2"/>
                  <a:pt x="384" y="2"/>
                </a:cubicBezTo>
                <a:lnTo>
                  <a:pt x="163" y="538"/>
                </a:lnTo>
                <a:close/>
                <a:moveTo>
                  <a:pt x="269" y="2"/>
                </a:moveTo>
                <a:cubicBezTo>
                  <a:pt x="221" y="2"/>
                  <a:pt x="221" y="2"/>
                  <a:pt x="221" y="2"/>
                </a:cubicBezTo>
                <a:cubicBezTo>
                  <a:pt x="0" y="538"/>
                  <a:pt x="0" y="538"/>
                  <a:pt x="0" y="538"/>
                </a:cubicBezTo>
                <a:cubicBezTo>
                  <a:pt x="48" y="538"/>
                  <a:pt x="48" y="538"/>
                  <a:pt x="48" y="538"/>
                </a:cubicBezTo>
                <a:lnTo>
                  <a:pt x="269" y="2"/>
                </a:lnTo>
                <a:close/>
                <a:moveTo>
                  <a:pt x="2176" y="2"/>
                </a:moveTo>
                <a:cubicBezTo>
                  <a:pt x="2128" y="2"/>
                  <a:pt x="2128" y="2"/>
                  <a:pt x="2128" y="2"/>
                </a:cubicBezTo>
                <a:cubicBezTo>
                  <a:pt x="1908" y="538"/>
                  <a:pt x="1908" y="538"/>
                  <a:pt x="1908" y="538"/>
                </a:cubicBezTo>
                <a:cubicBezTo>
                  <a:pt x="1955" y="538"/>
                  <a:pt x="1955" y="538"/>
                  <a:pt x="1955" y="538"/>
                </a:cubicBezTo>
                <a:lnTo>
                  <a:pt x="2176" y="2"/>
                </a:lnTo>
                <a:close/>
                <a:moveTo>
                  <a:pt x="1131" y="536"/>
                </a:moveTo>
                <a:cubicBezTo>
                  <a:pt x="1131" y="175"/>
                  <a:pt x="1131" y="175"/>
                  <a:pt x="1131" y="175"/>
                </a:cubicBezTo>
                <a:cubicBezTo>
                  <a:pt x="1049" y="175"/>
                  <a:pt x="1049" y="175"/>
                  <a:pt x="1049" y="175"/>
                </a:cubicBezTo>
                <a:cubicBezTo>
                  <a:pt x="1049" y="384"/>
                  <a:pt x="1049" y="384"/>
                  <a:pt x="1049" y="384"/>
                </a:cubicBezTo>
                <a:cubicBezTo>
                  <a:pt x="1049" y="399"/>
                  <a:pt x="1047" y="412"/>
                  <a:pt x="1042" y="424"/>
                </a:cubicBezTo>
                <a:cubicBezTo>
                  <a:pt x="1038" y="436"/>
                  <a:pt x="1032" y="446"/>
                  <a:pt x="1025" y="454"/>
                </a:cubicBezTo>
                <a:cubicBezTo>
                  <a:pt x="1017" y="462"/>
                  <a:pt x="1009" y="468"/>
                  <a:pt x="999" y="472"/>
                </a:cubicBezTo>
                <a:cubicBezTo>
                  <a:pt x="989" y="476"/>
                  <a:pt x="978" y="478"/>
                  <a:pt x="967" y="478"/>
                </a:cubicBezTo>
                <a:cubicBezTo>
                  <a:pt x="956" y="478"/>
                  <a:pt x="946" y="476"/>
                  <a:pt x="937" y="473"/>
                </a:cubicBezTo>
                <a:cubicBezTo>
                  <a:pt x="927" y="470"/>
                  <a:pt x="920" y="464"/>
                  <a:pt x="913" y="457"/>
                </a:cubicBezTo>
                <a:cubicBezTo>
                  <a:pt x="906" y="449"/>
                  <a:pt x="901" y="440"/>
                  <a:pt x="897" y="428"/>
                </a:cubicBezTo>
                <a:cubicBezTo>
                  <a:pt x="894" y="416"/>
                  <a:pt x="892" y="401"/>
                  <a:pt x="892" y="384"/>
                </a:cubicBezTo>
                <a:cubicBezTo>
                  <a:pt x="892" y="175"/>
                  <a:pt x="892" y="175"/>
                  <a:pt x="892" y="175"/>
                </a:cubicBezTo>
                <a:cubicBezTo>
                  <a:pt x="809" y="175"/>
                  <a:pt x="809" y="175"/>
                  <a:pt x="809" y="175"/>
                </a:cubicBezTo>
                <a:cubicBezTo>
                  <a:pt x="809" y="394"/>
                  <a:pt x="809" y="394"/>
                  <a:pt x="809" y="394"/>
                </a:cubicBezTo>
                <a:cubicBezTo>
                  <a:pt x="809" y="444"/>
                  <a:pt x="821" y="482"/>
                  <a:pt x="843" y="507"/>
                </a:cubicBezTo>
                <a:cubicBezTo>
                  <a:pt x="865" y="532"/>
                  <a:pt x="897" y="545"/>
                  <a:pt x="939" y="545"/>
                </a:cubicBezTo>
                <a:cubicBezTo>
                  <a:pt x="951" y="545"/>
                  <a:pt x="963" y="543"/>
                  <a:pt x="975" y="540"/>
                </a:cubicBezTo>
                <a:cubicBezTo>
                  <a:pt x="986" y="537"/>
                  <a:pt x="996" y="532"/>
                  <a:pt x="1005" y="526"/>
                </a:cubicBezTo>
                <a:cubicBezTo>
                  <a:pt x="1014" y="521"/>
                  <a:pt x="1022" y="514"/>
                  <a:pt x="1029" y="506"/>
                </a:cubicBezTo>
                <a:cubicBezTo>
                  <a:pt x="1037" y="499"/>
                  <a:pt x="1043" y="490"/>
                  <a:pt x="1048" y="482"/>
                </a:cubicBezTo>
                <a:cubicBezTo>
                  <a:pt x="1049" y="482"/>
                  <a:pt x="1049" y="482"/>
                  <a:pt x="1049" y="482"/>
                </a:cubicBezTo>
                <a:cubicBezTo>
                  <a:pt x="1049" y="536"/>
                  <a:pt x="1049" y="536"/>
                  <a:pt x="1049" y="536"/>
                </a:cubicBezTo>
                <a:lnTo>
                  <a:pt x="1131" y="536"/>
                </a:lnTo>
                <a:close/>
                <a:moveTo>
                  <a:pt x="1307" y="48"/>
                </a:moveTo>
                <a:cubicBezTo>
                  <a:pt x="1307" y="41"/>
                  <a:pt x="1306" y="35"/>
                  <a:pt x="1303" y="29"/>
                </a:cubicBezTo>
                <a:cubicBezTo>
                  <a:pt x="1301" y="23"/>
                  <a:pt x="1297" y="18"/>
                  <a:pt x="1293" y="14"/>
                </a:cubicBezTo>
                <a:cubicBezTo>
                  <a:pt x="1288" y="9"/>
                  <a:pt x="1283" y="6"/>
                  <a:pt x="1277" y="3"/>
                </a:cubicBezTo>
                <a:cubicBezTo>
                  <a:pt x="1271" y="1"/>
                  <a:pt x="1264" y="0"/>
                  <a:pt x="1257" y="0"/>
                </a:cubicBezTo>
                <a:cubicBezTo>
                  <a:pt x="1250" y="0"/>
                  <a:pt x="1244" y="1"/>
                  <a:pt x="1238" y="3"/>
                </a:cubicBezTo>
                <a:cubicBezTo>
                  <a:pt x="1232" y="6"/>
                  <a:pt x="1226" y="9"/>
                  <a:pt x="1222" y="13"/>
                </a:cubicBezTo>
                <a:cubicBezTo>
                  <a:pt x="1217" y="18"/>
                  <a:pt x="1214" y="23"/>
                  <a:pt x="1211" y="29"/>
                </a:cubicBezTo>
                <a:cubicBezTo>
                  <a:pt x="1209" y="34"/>
                  <a:pt x="1207" y="41"/>
                  <a:pt x="1207" y="48"/>
                </a:cubicBezTo>
                <a:cubicBezTo>
                  <a:pt x="1207" y="54"/>
                  <a:pt x="1209" y="60"/>
                  <a:pt x="1211" y="66"/>
                </a:cubicBezTo>
                <a:cubicBezTo>
                  <a:pt x="1214" y="72"/>
                  <a:pt x="1217" y="77"/>
                  <a:pt x="1221" y="81"/>
                </a:cubicBezTo>
                <a:cubicBezTo>
                  <a:pt x="1226" y="85"/>
                  <a:pt x="1231" y="88"/>
                  <a:pt x="1237" y="91"/>
                </a:cubicBezTo>
                <a:cubicBezTo>
                  <a:pt x="1243" y="93"/>
                  <a:pt x="1250" y="95"/>
                  <a:pt x="1257" y="95"/>
                </a:cubicBezTo>
                <a:cubicBezTo>
                  <a:pt x="1264" y="95"/>
                  <a:pt x="1271" y="93"/>
                  <a:pt x="1277" y="91"/>
                </a:cubicBezTo>
                <a:cubicBezTo>
                  <a:pt x="1283" y="88"/>
                  <a:pt x="1289" y="85"/>
                  <a:pt x="1293" y="81"/>
                </a:cubicBezTo>
                <a:cubicBezTo>
                  <a:pt x="1297" y="77"/>
                  <a:pt x="1301" y="72"/>
                  <a:pt x="1303" y="66"/>
                </a:cubicBezTo>
                <a:cubicBezTo>
                  <a:pt x="1306" y="60"/>
                  <a:pt x="1307" y="54"/>
                  <a:pt x="1307" y="48"/>
                </a:cubicBezTo>
                <a:moveTo>
                  <a:pt x="1216" y="536"/>
                </a:moveTo>
                <a:cubicBezTo>
                  <a:pt x="1297" y="536"/>
                  <a:pt x="1297" y="536"/>
                  <a:pt x="1297" y="536"/>
                </a:cubicBezTo>
                <a:cubicBezTo>
                  <a:pt x="1297" y="175"/>
                  <a:pt x="1297" y="175"/>
                  <a:pt x="1297" y="175"/>
                </a:cubicBezTo>
                <a:cubicBezTo>
                  <a:pt x="1216" y="175"/>
                  <a:pt x="1216" y="175"/>
                  <a:pt x="1216" y="175"/>
                </a:cubicBezTo>
                <a:lnTo>
                  <a:pt x="1216" y="536"/>
                </a:lnTo>
                <a:close/>
                <a:moveTo>
                  <a:pt x="1376" y="536"/>
                </a:moveTo>
                <a:cubicBezTo>
                  <a:pt x="1457" y="536"/>
                  <a:pt x="1457" y="536"/>
                  <a:pt x="1457" y="536"/>
                </a:cubicBezTo>
                <a:cubicBezTo>
                  <a:pt x="1457" y="2"/>
                  <a:pt x="1457" y="2"/>
                  <a:pt x="1457" y="2"/>
                </a:cubicBezTo>
                <a:cubicBezTo>
                  <a:pt x="1376" y="2"/>
                  <a:pt x="1376" y="2"/>
                  <a:pt x="1376" y="2"/>
                </a:cubicBezTo>
                <a:lnTo>
                  <a:pt x="1376" y="536"/>
                </a:lnTo>
                <a:close/>
                <a:moveTo>
                  <a:pt x="765" y="342"/>
                </a:moveTo>
                <a:cubicBezTo>
                  <a:pt x="765" y="317"/>
                  <a:pt x="762" y="294"/>
                  <a:pt x="756" y="272"/>
                </a:cubicBezTo>
                <a:cubicBezTo>
                  <a:pt x="750" y="249"/>
                  <a:pt x="741" y="230"/>
                  <a:pt x="729" y="213"/>
                </a:cubicBezTo>
                <a:cubicBezTo>
                  <a:pt x="717" y="196"/>
                  <a:pt x="701" y="183"/>
                  <a:pt x="682" y="173"/>
                </a:cubicBezTo>
                <a:cubicBezTo>
                  <a:pt x="663" y="163"/>
                  <a:pt x="640" y="158"/>
                  <a:pt x="613" y="158"/>
                </a:cubicBezTo>
                <a:cubicBezTo>
                  <a:pt x="599" y="158"/>
                  <a:pt x="585" y="160"/>
                  <a:pt x="573" y="163"/>
                </a:cubicBezTo>
                <a:cubicBezTo>
                  <a:pt x="561" y="166"/>
                  <a:pt x="549" y="171"/>
                  <a:pt x="539" y="177"/>
                </a:cubicBezTo>
                <a:cubicBezTo>
                  <a:pt x="529" y="183"/>
                  <a:pt x="520" y="190"/>
                  <a:pt x="512" y="199"/>
                </a:cubicBezTo>
                <a:cubicBezTo>
                  <a:pt x="504" y="207"/>
                  <a:pt x="497" y="216"/>
                  <a:pt x="491" y="226"/>
                </a:cubicBezTo>
                <a:cubicBezTo>
                  <a:pt x="489" y="226"/>
                  <a:pt x="489" y="226"/>
                  <a:pt x="489" y="226"/>
                </a:cubicBezTo>
                <a:cubicBezTo>
                  <a:pt x="489" y="2"/>
                  <a:pt x="489" y="2"/>
                  <a:pt x="489" y="2"/>
                </a:cubicBezTo>
                <a:cubicBezTo>
                  <a:pt x="460" y="2"/>
                  <a:pt x="460" y="2"/>
                  <a:pt x="460" y="2"/>
                </a:cubicBezTo>
                <a:cubicBezTo>
                  <a:pt x="406" y="133"/>
                  <a:pt x="406" y="133"/>
                  <a:pt x="406" y="133"/>
                </a:cubicBezTo>
                <a:cubicBezTo>
                  <a:pt x="406" y="537"/>
                  <a:pt x="406" y="537"/>
                  <a:pt x="406" y="537"/>
                </a:cubicBezTo>
                <a:cubicBezTo>
                  <a:pt x="489" y="537"/>
                  <a:pt x="489" y="537"/>
                  <a:pt x="489" y="537"/>
                </a:cubicBezTo>
                <a:cubicBezTo>
                  <a:pt x="489" y="490"/>
                  <a:pt x="489" y="490"/>
                  <a:pt x="489" y="490"/>
                </a:cubicBezTo>
                <a:cubicBezTo>
                  <a:pt x="491" y="490"/>
                  <a:pt x="491" y="490"/>
                  <a:pt x="491" y="490"/>
                </a:cubicBezTo>
                <a:cubicBezTo>
                  <a:pt x="496" y="498"/>
                  <a:pt x="502" y="505"/>
                  <a:pt x="509" y="512"/>
                </a:cubicBezTo>
                <a:cubicBezTo>
                  <a:pt x="515" y="519"/>
                  <a:pt x="523" y="525"/>
                  <a:pt x="532" y="530"/>
                </a:cubicBezTo>
                <a:cubicBezTo>
                  <a:pt x="540" y="535"/>
                  <a:pt x="550" y="539"/>
                  <a:pt x="561" y="542"/>
                </a:cubicBezTo>
                <a:cubicBezTo>
                  <a:pt x="571" y="544"/>
                  <a:pt x="583" y="546"/>
                  <a:pt x="596" y="546"/>
                </a:cubicBezTo>
                <a:cubicBezTo>
                  <a:pt x="623" y="546"/>
                  <a:pt x="647" y="541"/>
                  <a:pt x="668" y="530"/>
                </a:cubicBezTo>
                <a:cubicBezTo>
                  <a:pt x="689" y="520"/>
                  <a:pt x="707" y="506"/>
                  <a:pt x="721" y="488"/>
                </a:cubicBezTo>
                <a:cubicBezTo>
                  <a:pt x="736" y="470"/>
                  <a:pt x="747" y="448"/>
                  <a:pt x="754" y="423"/>
                </a:cubicBezTo>
                <a:cubicBezTo>
                  <a:pt x="761" y="398"/>
                  <a:pt x="765" y="371"/>
                  <a:pt x="765" y="342"/>
                </a:cubicBezTo>
                <a:moveTo>
                  <a:pt x="678" y="341"/>
                </a:moveTo>
                <a:cubicBezTo>
                  <a:pt x="678" y="363"/>
                  <a:pt x="676" y="383"/>
                  <a:pt x="671" y="400"/>
                </a:cubicBezTo>
                <a:cubicBezTo>
                  <a:pt x="667" y="418"/>
                  <a:pt x="660" y="432"/>
                  <a:pt x="651" y="443"/>
                </a:cubicBezTo>
                <a:cubicBezTo>
                  <a:pt x="643" y="455"/>
                  <a:pt x="632" y="463"/>
                  <a:pt x="620" y="469"/>
                </a:cubicBezTo>
                <a:cubicBezTo>
                  <a:pt x="607" y="475"/>
                  <a:pt x="593" y="478"/>
                  <a:pt x="578" y="478"/>
                </a:cubicBezTo>
                <a:cubicBezTo>
                  <a:pt x="565" y="478"/>
                  <a:pt x="553" y="475"/>
                  <a:pt x="542" y="470"/>
                </a:cubicBezTo>
                <a:cubicBezTo>
                  <a:pt x="531" y="466"/>
                  <a:pt x="522" y="459"/>
                  <a:pt x="514" y="450"/>
                </a:cubicBezTo>
                <a:cubicBezTo>
                  <a:pt x="506" y="442"/>
                  <a:pt x="500" y="432"/>
                  <a:pt x="495" y="421"/>
                </a:cubicBezTo>
                <a:cubicBezTo>
                  <a:pt x="491" y="410"/>
                  <a:pt x="488" y="397"/>
                  <a:pt x="488" y="384"/>
                </a:cubicBezTo>
                <a:cubicBezTo>
                  <a:pt x="488" y="336"/>
                  <a:pt x="488" y="336"/>
                  <a:pt x="488" y="336"/>
                </a:cubicBezTo>
                <a:cubicBezTo>
                  <a:pt x="488" y="319"/>
                  <a:pt x="491" y="304"/>
                  <a:pt x="496" y="291"/>
                </a:cubicBezTo>
                <a:cubicBezTo>
                  <a:pt x="500" y="278"/>
                  <a:pt x="507" y="266"/>
                  <a:pt x="516" y="257"/>
                </a:cubicBezTo>
                <a:cubicBezTo>
                  <a:pt x="524" y="247"/>
                  <a:pt x="534" y="240"/>
                  <a:pt x="546" y="234"/>
                </a:cubicBezTo>
                <a:cubicBezTo>
                  <a:pt x="558" y="229"/>
                  <a:pt x="571" y="226"/>
                  <a:pt x="586" y="226"/>
                </a:cubicBezTo>
                <a:cubicBezTo>
                  <a:pt x="601" y="226"/>
                  <a:pt x="614" y="229"/>
                  <a:pt x="625" y="234"/>
                </a:cubicBezTo>
                <a:cubicBezTo>
                  <a:pt x="636" y="240"/>
                  <a:pt x="646" y="247"/>
                  <a:pt x="654" y="257"/>
                </a:cubicBezTo>
                <a:cubicBezTo>
                  <a:pt x="662" y="267"/>
                  <a:pt x="668" y="279"/>
                  <a:pt x="672" y="293"/>
                </a:cubicBezTo>
                <a:cubicBezTo>
                  <a:pt x="676" y="307"/>
                  <a:pt x="678" y="323"/>
                  <a:pt x="678" y="341"/>
                </a:cubicBezTo>
                <a:moveTo>
                  <a:pt x="1866" y="537"/>
                </a:moveTo>
                <a:cubicBezTo>
                  <a:pt x="1866" y="2"/>
                  <a:pt x="1866" y="2"/>
                  <a:pt x="1866" y="2"/>
                </a:cubicBezTo>
                <a:cubicBezTo>
                  <a:pt x="1785" y="2"/>
                  <a:pt x="1785" y="2"/>
                  <a:pt x="1785" y="2"/>
                </a:cubicBezTo>
                <a:cubicBezTo>
                  <a:pt x="1785" y="220"/>
                  <a:pt x="1785" y="220"/>
                  <a:pt x="1785" y="220"/>
                </a:cubicBezTo>
                <a:cubicBezTo>
                  <a:pt x="1783" y="220"/>
                  <a:pt x="1783" y="220"/>
                  <a:pt x="1783" y="220"/>
                </a:cubicBezTo>
                <a:cubicBezTo>
                  <a:pt x="1779" y="213"/>
                  <a:pt x="1773" y="206"/>
                  <a:pt x="1767" y="199"/>
                </a:cubicBezTo>
                <a:cubicBezTo>
                  <a:pt x="1760" y="192"/>
                  <a:pt x="1753" y="187"/>
                  <a:pt x="1744" y="182"/>
                </a:cubicBezTo>
                <a:cubicBezTo>
                  <a:pt x="1736" y="177"/>
                  <a:pt x="1726" y="173"/>
                  <a:pt x="1716" y="171"/>
                </a:cubicBezTo>
                <a:cubicBezTo>
                  <a:pt x="1705" y="168"/>
                  <a:pt x="1693" y="167"/>
                  <a:pt x="1681" y="167"/>
                </a:cubicBezTo>
                <a:cubicBezTo>
                  <a:pt x="1656" y="167"/>
                  <a:pt x="1633" y="171"/>
                  <a:pt x="1613" y="181"/>
                </a:cubicBezTo>
                <a:cubicBezTo>
                  <a:pt x="1592" y="190"/>
                  <a:pt x="1575" y="203"/>
                  <a:pt x="1561" y="220"/>
                </a:cubicBezTo>
                <a:cubicBezTo>
                  <a:pt x="1546" y="238"/>
                  <a:pt x="1535" y="259"/>
                  <a:pt x="1527" y="283"/>
                </a:cubicBezTo>
                <a:cubicBezTo>
                  <a:pt x="1519" y="308"/>
                  <a:pt x="1515" y="335"/>
                  <a:pt x="1515" y="365"/>
                </a:cubicBezTo>
                <a:cubicBezTo>
                  <a:pt x="1515" y="394"/>
                  <a:pt x="1519" y="420"/>
                  <a:pt x="1526" y="443"/>
                </a:cubicBezTo>
                <a:cubicBezTo>
                  <a:pt x="1534" y="465"/>
                  <a:pt x="1544" y="484"/>
                  <a:pt x="1558" y="500"/>
                </a:cubicBezTo>
                <a:cubicBezTo>
                  <a:pt x="1571" y="515"/>
                  <a:pt x="1587" y="526"/>
                  <a:pt x="1605" y="534"/>
                </a:cubicBezTo>
                <a:cubicBezTo>
                  <a:pt x="1624" y="542"/>
                  <a:pt x="1643" y="546"/>
                  <a:pt x="1665" y="546"/>
                </a:cubicBezTo>
                <a:cubicBezTo>
                  <a:pt x="1679" y="546"/>
                  <a:pt x="1693" y="544"/>
                  <a:pt x="1705" y="541"/>
                </a:cubicBezTo>
                <a:cubicBezTo>
                  <a:pt x="1717" y="538"/>
                  <a:pt x="1728" y="533"/>
                  <a:pt x="1737" y="528"/>
                </a:cubicBezTo>
                <a:cubicBezTo>
                  <a:pt x="1747" y="522"/>
                  <a:pt x="1756" y="515"/>
                  <a:pt x="1763" y="507"/>
                </a:cubicBezTo>
                <a:cubicBezTo>
                  <a:pt x="1771" y="499"/>
                  <a:pt x="1778" y="490"/>
                  <a:pt x="1783" y="480"/>
                </a:cubicBezTo>
                <a:cubicBezTo>
                  <a:pt x="1785" y="480"/>
                  <a:pt x="1785" y="480"/>
                  <a:pt x="1785" y="480"/>
                </a:cubicBezTo>
                <a:cubicBezTo>
                  <a:pt x="1785" y="537"/>
                  <a:pt x="1785" y="537"/>
                  <a:pt x="1785" y="537"/>
                </a:cubicBezTo>
                <a:lnTo>
                  <a:pt x="1866" y="537"/>
                </a:lnTo>
                <a:close/>
                <a:moveTo>
                  <a:pt x="1786" y="366"/>
                </a:moveTo>
                <a:cubicBezTo>
                  <a:pt x="1786" y="384"/>
                  <a:pt x="1783" y="399"/>
                  <a:pt x="1778" y="413"/>
                </a:cubicBezTo>
                <a:cubicBezTo>
                  <a:pt x="1773" y="427"/>
                  <a:pt x="1767" y="439"/>
                  <a:pt x="1758" y="449"/>
                </a:cubicBezTo>
                <a:cubicBezTo>
                  <a:pt x="1750" y="458"/>
                  <a:pt x="1740" y="466"/>
                  <a:pt x="1728" y="471"/>
                </a:cubicBezTo>
                <a:cubicBezTo>
                  <a:pt x="1717" y="476"/>
                  <a:pt x="1705" y="479"/>
                  <a:pt x="1692" y="479"/>
                </a:cubicBezTo>
                <a:cubicBezTo>
                  <a:pt x="1679" y="479"/>
                  <a:pt x="1667" y="477"/>
                  <a:pt x="1656" y="472"/>
                </a:cubicBezTo>
                <a:cubicBezTo>
                  <a:pt x="1644" y="467"/>
                  <a:pt x="1635" y="460"/>
                  <a:pt x="1626" y="450"/>
                </a:cubicBezTo>
                <a:cubicBezTo>
                  <a:pt x="1618" y="440"/>
                  <a:pt x="1612" y="428"/>
                  <a:pt x="1607" y="414"/>
                </a:cubicBezTo>
                <a:cubicBezTo>
                  <a:pt x="1602" y="399"/>
                  <a:pt x="1600" y="382"/>
                  <a:pt x="1600" y="363"/>
                </a:cubicBezTo>
                <a:cubicBezTo>
                  <a:pt x="1600" y="343"/>
                  <a:pt x="1602" y="325"/>
                  <a:pt x="1606" y="309"/>
                </a:cubicBezTo>
                <a:cubicBezTo>
                  <a:pt x="1610" y="294"/>
                  <a:pt x="1616" y="280"/>
                  <a:pt x="1624" y="269"/>
                </a:cubicBezTo>
                <a:cubicBezTo>
                  <a:pt x="1632" y="257"/>
                  <a:pt x="1642" y="249"/>
                  <a:pt x="1654" y="242"/>
                </a:cubicBezTo>
                <a:cubicBezTo>
                  <a:pt x="1667" y="236"/>
                  <a:pt x="1681" y="233"/>
                  <a:pt x="1697" y="233"/>
                </a:cubicBezTo>
                <a:cubicBezTo>
                  <a:pt x="1709" y="233"/>
                  <a:pt x="1721" y="236"/>
                  <a:pt x="1732" y="241"/>
                </a:cubicBezTo>
                <a:cubicBezTo>
                  <a:pt x="1743" y="245"/>
                  <a:pt x="1752" y="252"/>
                  <a:pt x="1760" y="260"/>
                </a:cubicBezTo>
                <a:cubicBezTo>
                  <a:pt x="1768" y="269"/>
                  <a:pt x="1774" y="279"/>
                  <a:pt x="1779" y="290"/>
                </a:cubicBezTo>
                <a:cubicBezTo>
                  <a:pt x="1783" y="301"/>
                  <a:pt x="1786" y="313"/>
                  <a:pt x="1786" y="326"/>
                </a:cubicBezTo>
                <a:lnTo>
                  <a:pt x="1786" y="36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Tree>
    <p:extLst>
      <p:ext uri="{BB962C8B-B14F-4D97-AF65-F5344CB8AC3E}">
        <p14:creationId xmlns:p14="http://schemas.microsoft.com/office/powerpoint/2010/main" val="428039624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4406">
          <p15:clr>
            <a:srgbClr val="C35E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228302"/>
          </a:xfrm>
        </p:spPr>
        <p:txBody>
          <a:bodyPr>
            <a:spAutoFit/>
          </a:bodyPr>
          <a:lstStyle>
            <a:lvl3pPr>
              <a:defRPr sz="2400"/>
            </a:lvl3pPr>
            <a:lvl4pPr>
              <a:defRPr sz="2000"/>
            </a:lvl4pPr>
            <a:lvl5pPr>
              <a:defRPr sz="20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781183383"/>
      </p:ext>
    </p:extLst>
  </p:cSld>
  <p:clrMapOvr>
    <a:masterClrMapping/>
  </p:clrMapOvr>
  <p:transition>
    <p:fade/>
  </p:transition>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and Content - 2">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383628" y="1668463"/>
            <a:ext cx="8778210" cy="5029200"/>
          </a:xfrm>
        </p:spPr>
        <p:txBody>
          <a:bodyPr wrap="square">
            <a:noAutofit/>
          </a:bodyPr>
          <a:lstStyle>
            <a:lvl3pPr>
              <a:defRPr sz="2400"/>
            </a:lvl3pPr>
            <a:lvl4pPr>
              <a:defRPr sz="2000"/>
            </a:lvl4pPr>
            <a:lvl5pPr>
              <a:defRPr sz="20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sz="quarter" idx="11"/>
          </p:nvPr>
        </p:nvSpPr>
        <p:spPr>
          <a:xfrm>
            <a:off x="283148" y="1668463"/>
            <a:ext cx="2743200" cy="5029200"/>
          </a:xfrm>
        </p:spPr>
        <p:txBody>
          <a:bodyPr>
            <a:noAutofit/>
          </a:bodyPr>
          <a:lstStyle>
            <a:lvl1pPr marL="0" indent="0">
              <a:buNone/>
              <a:defRPr kumimoji="0" lang="en-US" sz="2400" b="0" i="0" u="none" strike="noStrike" kern="1200" cap="none" spc="0" normalizeH="0" baseline="0" dirty="0" smtClean="0">
                <a:ln>
                  <a:noFill/>
                </a:ln>
                <a:gradFill>
                  <a:gsLst>
                    <a:gs pos="100000">
                      <a:schemeClr val="tx1"/>
                    </a:gs>
                    <a:gs pos="0">
                      <a:schemeClr val="tx1"/>
                    </a:gs>
                  </a:gsLst>
                  <a:lin ang="5400000" scaled="0"/>
                </a:gradFill>
                <a:effectLst/>
                <a:uLnTx/>
                <a:uFillTx/>
                <a:latin typeface="+mn-lt"/>
                <a:ea typeface="+mj-ea"/>
                <a:cs typeface="+mj-cs"/>
              </a:defRPr>
            </a:lvl1pPr>
          </a:lstStyle>
          <a:p>
            <a:pPr marL="0" marR="0" lvl="0" indent="0" algn="l" defTabSz="914166" rtl="0" eaLnBrk="1" fontAlgn="auto" latinLnBrk="0" hangingPunct="1">
              <a:lnSpc>
                <a:spcPct val="100000"/>
              </a:lnSpc>
              <a:spcBef>
                <a:spcPct val="0"/>
              </a:spcBef>
              <a:spcAft>
                <a:spcPts val="0"/>
              </a:spcAft>
              <a:buClrTx/>
              <a:buSzTx/>
              <a:tabLst/>
              <a:defRPr/>
            </a:pPr>
            <a:r>
              <a:rPr lang="en-US" dirty="0" smtClean="0"/>
              <a:t>Click to edit Master text styles</a:t>
            </a:r>
          </a:p>
        </p:txBody>
      </p:sp>
    </p:spTree>
    <p:extLst>
      <p:ext uri="{BB962C8B-B14F-4D97-AF65-F5344CB8AC3E}">
        <p14:creationId xmlns:p14="http://schemas.microsoft.com/office/powerpoint/2010/main" val="3948734736"/>
      </p:ext>
    </p:extLst>
  </p:cSld>
  <p:clrMapOvr>
    <a:masterClrMapping/>
  </p:clrMapOvr>
  <p:transition>
    <p:fade/>
  </p:transition>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Only Large">
    <p:spTree>
      <p:nvGrpSpPr>
        <p:cNvPr id="1" name=""/>
        <p:cNvGrpSpPr/>
        <p:nvPr/>
      </p:nvGrpSpPr>
      <p:grpSpPr>
        <a:xfrm>
          <a:off x="0" y="0"/>
          <a:ext cx="0" cy="0"/>
          <a:chOff x="0" y="0"/>
          <a:chExt cx="0" cy="0"/>
        </a:xfrm>
      </p:grpSpPr>
      <p:sp>
        <p:nvSpPr>
          <p:cNvPr id="2" name="Title 1"/>
          <p:cNvSpPr>
            <a:spLocks noGrp="1"/>
          </p:cNvSpPr>
          <p:nvPr>
            <p:ph type="title"/>
          </p:nvPr>
        </p:nvSpPr>
        <p:spPr>
          <a:xfrm>
            <a:off x="1189038" y="2125663"/>
            <a:ext cx="10058399" cy="1828800"/>
          </a:xfrm>
        </p:spPr>
        <p:txBody>
          <a:bodyPr/>
          <a:lstStyle>
            <a:lvl1pPr>
              <a:defRPr sz="4800" baseline="0"/>
            </a:lvl1pPr>
          </a:lstStyle>
          <a:p>
            <a:r>
              <a:rPr lang="en-US" dirty="0" smtClean="0"/>
              <a:t>Click to edit Master title style</a:t>
            </a:r>
            <a:endParaRPr lang="en-US" dirty="0"/>
          </a:p>
        </p:txBody>
      </p:sp>
    </p:spTree>
    <p:extLst>
      <p:ext uri="{BB962C8B-B14F-4D97-AF65-F5344CB8AC3E}">
        <p14:creationId xmlns:p14="http://schemas.microsoft.com/office/powerpoint/2010/main" val="2486028491"/>
      </p:ext>
    </p:extLst>
  </p:cSld>
  <p:clrMapOvr>
    <a:masterClrMapping/>
  </p:clrMapOvr>
  <p:transition>
    <p:fade/>
  </p:transition>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sz="quarter" idx="11"/>
          </p:nvPr>
        </p:nvSpPr>
        <p:spPr>
          <a:xfrm>
            <a:off x="283148" y="1668463"/>
            <a:ext cx="2743200" cy="5029200"/>
          </a:xfrm>
        </p:spPr>
        <p:txBody>
          <a:bodyPr>
            <a:noAutofit/>
          </a:bodyPr>
          <a:lstStyle>
            <a:lvl1pPr>
              <a:defRPr kumimoji="0" lang="en-US" sz="2400" b="0" i="0" u="none" strike="noStrike" kern="1200" cap="none" spc="0" normalizeH="0" baseline="0" dirty="0" smtClean="0">
                <a:ln>
                  <a:noFill/>
                </a:ln>
                <a:gradFill>
                  <a:gsLst>
                    <a:gs pos="92208">
                      <a:schemeClr val="tx1"/>
                    </a:gs>
                    <a:gs pos="0">
                      <a:schemeClr val="tx1"/>
                    </a:gs>
                  </a:gsLst>
                  <a:lin ang="5400000" scaled="0"/>
                </a:gradFill>
                <a:effectLst/>
                <a:uLnTx/>
                <a:uFillTx/>
                <a:latin typeface="+mn-lt"/>
                <a:ea typeface="+mj-ea"/>
                <a:cs typeface="+mj-cs"/>
              </a:defRPr>
            </a:lvl1pPr>
          </a:lstStyle>
          <a:p>
            <a:pPr marL="0" marR="0" lvl="0" indent="0" algn="l" defTabSz="914166" rtl="0" eaLnBrk="1" fontAlgn="auto" latinLnBrk="0" hangingPunct="1">
              <a:lnSpc>
                <a:spcPct val="100000"/>
              </a:lnSpc>
              <a:spcBef>
                <a:spcPct val="0"/>
              </a:spcBef>
              <a:spcAft>
                <a:spcPts val="0"/>
              </a:spcAft>
              <a:buClrTx/>
              <a:buSzTx/>
              <a:buFont typeface="Arial" pitchFamily="34" charset="0"/>
              <a:buNone/>
              <a:tabLst/>
              <a:defRPr/>
            </a:pPr>
            <a:r>
              <a:rPr lang="en-US" dirty="0" smtClean="0"/>
              <a:t>Click to edit Master text styles</a:t>
            </a:r>
          </a:p>
        </p:txBody>
      </p:sp>
    </p:spTree>
    <p:extLst>
      <p:ext uri="{BB962C8B-B14F-4D97-AF65-F5344CB8AC3E}">
        <p14:creationId xmlns:p14="http://schemas.microsoft.com/office/powerpoint/2010/main" val="397557563"/>
      </p:ext>
    </p:extLst>
  </p:cSld>
  <p:clrMapOvr>
    <a:masterClrMapping/>
  </p:clrMapOvr>
  <p:transition>
    <p:fade/>
  </p:transition>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lor Shape &amp; Color Background">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wrap="square" lIns="182880" tIns="146304" rIns="182880" bIns="146304" anchor="ctr">
            <a:noAutofit/>
          </a:bodyPr>
          <a:lstStyle>
            <a:lvl1pPr>
              <a:lnSpc>
                <a:spcPct val="95000"/>
              </a:lnSpc>
              <a:spcBef>
                <a:spcPts val="0"/>
              </a:spcBef>
              <a:spcAft>
                <a:spcPts val="1632"/>
              </a:spcAft>
              <a:defRPr lang="en-US" sz="3600" kern="1200" dirty="0" smtClean="0">
                <a:gradFill>
                  <a:gsLst>
                    <a:gs pos="28302">
                      <a:schemeClr val="tx1">
                        <a:lumMod val="75000"/>
                        <a:lumOff val="25000"/>
                      </a:schemeClr>
                    </a:gs>
                    <a:gs pos="67000">
                      <a:schemeClr val="tx1">
                        <a:lumMod val="75000"/>
                        <a:lumOff val="25000"/>
                      </a:schemeClr>
                    </a:gs>
                  </a:gsLst>
                  <a:lin ang="5400000" scaled="0"/>
                </a:gradFill>
                <a:latin typeface="+mj-lt"/>
                <a:ea typeface="+mn-ea"/>
                <a:cs typeface="+mn-cs"/>
              </a:defRPr>
            </a:lvl1pPr>
            <a:lvl2pPr>
              <a:lnSpc>
                <a:spcPct val="100000"/>
              </a:lnSpc>
              <a:spcBef>
                <a:spcPts val="816"/>
              </a:spcBef>
              <a:defRPr sz="1900">
                <a:solidFill>
                  <a:srgbClr val="FFFFFF"/>
                </a:solidFill>
              </a:defRPr>
            </a:lvl2pPr>
            <a:lvl3pPr>
              <a:lnSpc>
                <a:spcPct val="100000"/>
              </a:lnSpc>
              <a:spcBef>
                <a:spcPts val="816"/>
              </a:spcBef>
              <a:defRPr sz="1900">
                <a:solidFill>
                  <a:srgbClr val="FFFFFF"/>
                </a:solidFill>
              </a:defRPr>
            </a:lvl3pPr>
            <a:lvl4pPr>
              <a:lnSpc>
                <a:spcPct val="100000"/>
              </a:lnSpc>
              <a:spcBef>
                <a:spcPts val="816"/>
              </a:spcBef>
              <a:defRPr sz="1900">
                <a:solidFill>
                  <a:srgbClr val="FFFFFF"/>
                </a:solidFill>
              </a:defRPr>
            </a:lvl4pPr>
            <a:lvl5pPr>
              <a:lnSpc>
                <a:spcPct val="100000"/>
              </a:lnSpc>
              <a:spcBef>
                <a:spcPts val="816"/>
              </a:spcBef>
              <a:defRPr sz="1900">
                <a:solidFill>
                  <a:srgbClr val="FFFFFF"/>
                </a:solidFill>
              </a:defRPr>
            </a:lvl5pPr>
          </a:lstStyle>
          <a:p>
            <a:pPr marL="0" lvl="0" indent="0" algn="l" defTabSz="914166" rtl="0" eaLnBrk="1" latinLnBrk="0" hangingPunct="1">
              <a:spcBef>
                <a:spcPct val="20000"/>
              </a:spcBef>
              <a:buFont typeface="Arial" pitchFamily="34" charset="0"/>
              <a:buNone/>
            </a:pPr>
            <a:r>
              <a:rPr lang="en-US" dirty="0" smtClean="0"/>
              <a:t>Click to edit Master text styles</a:t>
            </a:r>
          </a:p>
        </p:txBody>
      </p:sp>
      <p:sp>
        <p:nvSpPr>
          <p:cNvPr id="15" name="Title 1"/>
          <p:cNvSpPr>
            <a:spLocks noGrp="1"/>
          </p:cNvSpPr>
          <p:nvPr>
            <p:ph type="ctrTitle" hasCustomPrompt="1"/>
          </p:nvPr>
        </p:nvSpPr>
        <p:spPr>
          <a:xfrm>
            <a:off x="274638" y="1537563"/>
            <a:ext cx="3931941" cy="3919398"/>
          </a:xfrm>
          <a:custGeom>
            <a:avLst/>
            <a:gdLst>
              <a:gd name="connsiteX0" fmla="*/ 0 w 2431552"/>
              <a:gd name="connsiteY0" fmla="*/ 0 h 576072"/>
              <a:gd name="connsiteX1" fmla="*/ 2431552 w 2431552"/>
              <a:gd name="connsiteY1" fmla="*/ 0 h 576072"/>
              <a:gd name="connsiteX2" fmla="*/ 2431552 w 2431552"/>
              <a:gd name="connsiteY2" fmla="*/ 576072 h 576072"/>
              <a:gd name="connsiteX3" fmla="*/ 0 w 2431552"/>
              <a:gd name="connsiteY3" fmla="*/ 576072 h 576072"/>
              <a:gd name="connsiteX4" fmla="*/ 0 w 2431552"/>
              <a:gd name="connsiteY4" fmla="*/ 0 h 576072"/>
              <a:gd name="connsiteX0" fmla="*/ 0 w 2610228"/>
              <a:gd name="connsiteY0" fmla="*/ 704193 h 1280265"/>
              <a:gd name="connsiteX1" fmla="*/ 2610228 w 2610228"/>
              <a:gd name="connsiteY1" fmla="*/ 0 h 1280265"/>
              <a:gd name="connsiteX2" fmla="*/ 2431552 w 2610228"/>
              <a:gd name="connsiteY2" fmla="*/ 1280265 h 1280265"/>
              <a:gd name="connsiteX3" fmla="*/ 0 w 2610228"/>
              <a:gd name="connsiteY3" fmla="*/ 1280265 h 1280265"/>
              <a:gd name="connsiteX4" fmla="*/ 0 w 2610228"/>
              <a:gd name="connsiteY4" fmla="*/ 704193 h 1280265"/>
              <a:gd name="connsiteX0" fmla="*/ 0 w 2620739"/>
              <a:gd name="connsiteY0" fmla="*/ 704193 h 2037009"/>
              <a:gd name="connsiteX1" fmla="*/ 2610228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620739"/>
              <a:gd name="connsiteY0" fmla="*/ 483476 h 1816292"/>
              <a:gd name="connsiteX1" fmla="*/ 2389511 w 2620739"/>
              <a:gd name="connsiteY1" fmla="*/ 0 h 1816292"/>
              <a:gd name="connsiteX2" fmla="*/ 2620739 w 2620739"/>
              <a:gd name="connsiteY2" fmla="*/ 1816292 h 1816292"/>
              <a:gd name="connsiteX3" fmla="*/ 0 w 2620739"/>
              <a:gd name="connsiteY3" fmla="*/ 1059548 h 1816292"/>
              <a:gd name="connsiteX4" fmla="*/ 0 w 2620739"/>
              <a:gd name="connsiteY4" fmla="*/ 483476 h 1816292"/>
              <a:gd name="connsiteX0" fmla="*/ 0 w 2620739"/>
              <a:gd name="connsiteY0" fmla="*/ 704193 h 2037009"/>
              <a:gd name="connsiteX1" fmla="*/ 2589207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862477"/>
              <a:gd name="connsiteY0" fmla="*/ 0 h 2425892"/>
              <a:gd name="connsiteX1" fmla="*/ 2830945 w 2862477"/>
              <a:gd name="connsiteY1" fmla="*/ 388883 h 2425892"/>
              <a:gd name="connsiteX2" fmla="*/ 2862477 w 2862477"/>
              <a:gd name="connsiteY2" fmla="*/ 2425892 h 2425892"/>
              <a:gd name="connsiteX3" fmla="*/ 241738 w 2862477"/>
              <a:gd name="connsiteY3" fmla="*/ 1669148 h 2425892"/>
              <a:gd name="connsiteX4" fmla="*/ 0 w 2862477"/>
              <a:gd name="connsiteY4" fmla="*/ 0 h 2425892"/>
              <a:gd name="connsiteX0" fmla="*/ 0 w 2862477"/>
              <a:gd name="connsiteY0" fmla="*/ 0 h 2804265"/>
              <a:gd name="connsiteX1" fmla="*/ 2830945 w 2862477"/>
              <a:gd name="connsiteY1" fmla="*/ 388883 h 2804265"/>
              <a:gd name="connsiteX2" fmla="*/ 2862477 w 2862477"/>
              <a:gd name="connsiteY2" fmla="*/ 2425892 h 2804265"/>
              <a:gd name="connsiteX3" fmla="*/ 21021 w 2862477"/>
              <a:gd name="connsiteY3" fmla="*/ 2804265 h 2804265"/>
              <a:gd name="connsiteX4" fmla="*/ 0 w 2862477"/>
              <a:gd name="connsiteY4" fmla="*/ 0 h 2804265"/>
              <a:gd name="connsiteX0" fmla="*/ 0 w 2967580"/>
              <a:gd name="connsiteY0" fmla="*/ 0 h 2961920"/>
              <a:gd name="connsiteX1" fmla="*/ 2936048 w 2967580"/>
              <a:gd name="connsiteY1" fmla="*/ 546538 h 2961920"/>
              <a:gd name="connsiteX2" fmla="*/ 2967580 w 2967580"/>
              <a:gd name="connsiteY2" fmla="*/ 2583547 h 2961920"/>
              <a:gd name="connsiteX3" fmla="*/ 126124 w 2967580"/>
              <a:gd name="connsiteY3" fmla="*/ 2961920 h 2961920"/>
              <a:gd name="connsiteX4" fmla="*/ 0 w 2967580"/>
              <a:gd name="connsiteY4" fmla="*/ 0 h 2961920"/>
              <a:gd name="connsiteX0" fmla="*/ 10511 w 2841456"/>
              <a:gd name="connsiteY0" fmla="*/ 0 h 2814775"/>
              <a:gd name="connsiteX1" fmla="*/ 2809924 w 2841456"/>
              <a:gd name="connsiteY1" fmla="*/ 399393 h 2814775"/>
              <a:gd name="connsiteX2" fmla="*/ 2841456 w 2841456"/>
              <a:gd name="connsiteY2" fmla="*/ 2436402 h 2814775"/>
              <a:gd name="connsiteX3" fmla="*/ 0 w 2841456"/>
              <a:gd name="connsiteY3" fmla="*/ 2814775 h 2814775"/>
              <a:gd name="connsiteX4" fmla="*/ 10511 w 2841456"/>
              <a:gd name="connsiteY4" fmla="*/ 0 h 2814775"/>
              <a:gd name="connsiteX0" fmla="*/ 10511 w 2845941"/>
              <a:gd name="connsiteY0" fmla="*/ 0 h 2814775"/>
              <a:gd name="connsiteX1" fmla="*/ 2842437 w 2845941"/>
              <a:gd name="connsiteY1" fmla="*/ 415742 h 2814775"/>
              <a:gd name="connsiteX2" fmla="*/ 2841456 w 2845941"/>
              <a:gd name="connsiteY2" fmla="*/ 2436402 h 2814775"/>
              <a:gd name="connsiteX3" fmla="*/ 0 w 2845941"/>
              <a:gd name="connsiteY3" fmla="*/ 2814775 h 2814775"/>
              <a:gd name="connsiteX4" fmla="*/ 10511 w 2845941"/>
              <a:gd name="connsiteY4" fmla="*/ 0 h 2814775"/>
              <a:gd name="connsiteX0" fmla="*/ 10511 w 2841456"/>
              <a:gd name="connsiteY0" fmla="*/ 0 h 2814775"/>
              <a:gd name="connsiteX1" fmla="*/ 2834309 w 2841456"/>
              <a:gd name="connsiteY1" fmla="*/ 391219 h 2814775"/>
              <a:gd name="connsiteX2" fmla="*/ 2841456 w 2841456"/>
              <a:gd name="connsiteY2" fmla="*/ 2436402 h 2814775"/>
              <a:gd name="connsiteX3" fmla="*/ 0 w 2841456"/>
              <a:gd name="connsiteY3" fmla="*/ 2814775 h 2814775"/>
              <a:gd name="connsiteX4" fmla="*/ 10511 w 2841456"/>
              <a:gd name="connsiteY4" fmla="*/ 0 h 2814775"/>
              <a:gd name="connsiteX0" fmla="*/ 3504 w 2834449"/>
              <a:gd name="connsiteY0" fmla="*/ 0 h 2847473"/>
              <a:gd name="connsiteX1" fmla="*/ 2827302 w 2834449"/>
              <a:gd name="connsiteY1" fmla="*/ 391219 h 2847473"/>
              <a:gd name="connsiteX2" fmla="*/ 2834449 w 2834449"/>
              <a:gd name="connsiteY2" fmla="*/ 2436402 h 2847473"/>
              <a:gd name="connsiteX3" fmla="*/ 1122 w 2834449"/>
              <a:gd name="connsiteY3" fmla="*/ 2847473 h 2847473"/>
              <a:gd name="connsiteX4" fmla="*/ 3504 w 2834449"/>
              <a:gd name="connsiteY4" fmla="*/ 0 h 284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4449" h="2847473">
                <a:moveTo>
                  <a:pt x="3504" y="0"/>
                </a:moveTo>
                <a:lnTo>
                  <a:pt x="2827302" y="391219"/>
                </a:lnTo>
                <a:cubicBezTo>
                  <a:pt x="2830806" y="1070222"/>
                  <a:pt x="2830945" y="1757399"/>
                  <a:pt x="2834449" y="2436402"/>
                </a:cubicBezTo>
                <a:lnTo>
                  <a:pt x="1122" y="2847473"/>
                </a:lnTo>
                <a:cubicBezTo>
                  <a:pt x="4626" y="1909215"/>
                  <a:pt x="0" y="938258"/>
                  <a:pt x="3504" y="0"/>
                </a:cubicBezTo>
                <a:close/>
              </a:path>
            </a:pathLst>
          </a:custGeom>
          <a:solidFill>
            <a:schemeClr val="accent3"/>
          </a:solidFill>
          <a:ln>
            <a:noFill/>
          </a:ln>
          <a:extLst/>
        </p:spPr>
        <p:txBody>
          <a:bodyPr vert="horz" wrap="square" lIns="182880" tIns="146304" rIns="182880" bIns="146304" numCol="1" anchor="ctr" anchorCtr="0" compatLnSpc="1">
            <a:prstTxWarp prst="textNoShape">
              <a:avLst/>
            </a:prstTxWarp>
            <a:noAutofit/>
          </a:bodyPr>
          <a:lstStyle>
            <a:lvl1pPr>
              <a:lnSpc>
                <a:spcPct val="95000"/>
              </a:lnSpc>
              <a:defRPr lang="en-US" sz="4000" kern="1200" dirty="0" smtClean="0">
                <a:gradFill>
                  <a:gsLst>
                    <a:gs pos="0">
                      <a:srgbClr val="FFFFFF"/>
                    </a:gs>
                    <a:gs pos="100000">
                      <a:srgbClr val="FFFFFF"/>
                    </a:gs>
                  </a:gsLst>
                  <a:lin ang="5400000" scaled="0"/>
                </a:gradFill>
                <a:latin typeface="Segoe UI Light"/>
                <a:ea typeface="ＭＳ Ｐゴシック" charset="0"/>
                <a:cs typeface="Segoe UI Light"/>
              </a:defRPr>
            </a:lvl1pPr>
          </a:lstStyle>
          <a:p>
            <a:pPr marL="0" lvl="0" indent="0" algn="l" defTabSz="1243266" rtl="0" eaLnBrk="1" fontAlgn="base" latinLnBrk="0" hangingPunct="1">
              <a:lnSpc>
                <a:spcPct val="100000"/>
              </a:lnSpc>
              <a:spcBef>
                <a:spcPct val="0"/>
              </a:spcBef>
              <a:spcAft>
                <a:spcPct val="0"/>
              </a:spcAft>
              <a:buFontTx/>
              <a:buNone/>
            </a:pPr>
            <a:r>
              <a:rPr lang="en-US" dirty="0" smtClean="0"/>
              <a:t>Click to edit master title style</a:t>
            </a:r>
            <a:endParaRPr lang="en-US" dirty="0"/>
          </a:p>
        </p:txBody>
      </p:sp>
    </p:spTree>
    <p:extLst>
      <p:ext uri="{BB962C8B-B14F-4D97-AF65-F5344CB8AC3E}">
        <p14:creationId xmlns:p14="http://schemas.microsoft.com/office/powerpoint/2010/main" val="1312750566"/>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lor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vert="horz" wrap="square" lIns="182880" tIns="146304" rIns="182880" bIns="146304" rtlCol="0" anchor="ctr">
            <a:noAutofit/>
          </a:bodyPr>
          <a:lstStyle>
            <a:lvl1pPr>
              <a:defRPr lang="en-US" sz="3600" kern="1200" dirty="0" smtClean="0">
                <a:gradFill>
                  <a:gsLst>
                    <a:gs pos="8491">
                      <a:schemeClr val="tx1">
                        <a:lumMod val="75000"/>
                        <a:lumOff val="25000"/>
                      </a:schemeClr>
                    </a:gs>
                    <a:gs pos="100000">
                      <a:schemeClr val="tx1">
                        <a:lumMod val="75000"/>
                        <a:lumOff val="25000"/>
                      </a:schemeClr>
                    </a:gs>
                  </a:gsLst>
                  <a:lin ang="5400000" scaled="0"/>
                </a:gradFill>
                <a:latin typeface="+mj-lt"/>
                <a:ea typeface="+mn-ea"/>
                <a:cs typeface="+mn-cs"/>
              </a:defRPr>
            </a:lvl1pPr>
          </a:lstStyle>
          <a:p>
            <a:pPr marL="0" lvl="0" indent="0" algn="l" defTabSz="914166" rtl="0" eaLnBrk="1" latinLnBrk="0" hangingPunct="1">
              <a:spcBef>
                <a:spcPct val="20000"/>
              </a:spcBef>
              <a:spcAft>
                <a:spcPts val="1632"/>
              </a:spcAft>
              <a:buFont typeface="Arial" pitchFamily="34" charset="0"/>
              <a:buNone/>
            </a:pPr>
            <a:r>
              <a:rPr lang="en-US" dirty="0" smtClean="0"/>
              <a:t>Click to edit Master text styles</a:t>
            </a:r>
          </a:p>
        </p:txBody>
      </p:sp>
      <p:sp>
        <p:nvSpPr>
          <p:cNvPr id="6" name="Text Placeholder 8"/>
          <p:cNvSpPr>
            <a:spLocks noGrp="1"/>
          </p:cNvSpPr>
          <p:nvPr>
            <p:ph type="body" sz="quarter" idx="16" hasCustomPrompt="1"/>
          </p:nvPr>
        </p:nvSpPr>
        <p:spPr>
          <a:xfrm>
            <a:off x="274641" y="296864"/>
            <a:ext cx="11887199" cy="914400"/>
          </a:xfrm>
        </p:spPr>
        <p:txBody>
          <a:bodyPr vert="horz" lIns="182880" tIns="146304" rIns="182880" bIns="146304" rtlCol="0" anchor="t">
            <a:noAutofit/>
          </a:bodyPr>
          <a:lstStyle>
            <a:lvl1pPr marL="0" indent="0" algn="l" defTabSz="932742" rtl="0" eaLnBrk="1" latinLnBrk="0" hangingPunct="1">
              <a:lnSpc>
                <a:spcPct val="90000"/>
              </a:lnSpc>
              <a:spcBef>
                <a:spcPct val="0"/>
              </a:spcBef>
              <a:buNone/>
              <a:defRPr lang="en-US" sz="54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lvl="0">
              <a:spcBef>
                <a:spcPct val="0"/>
              </a:spcBef>
            </a:pPr>
            <a:r>
              <a:rPr lang="en-US" dirty="0" smtClean="0"/>
              <a:t>Click to edit master text styles</a:t>
            </a:r>
          </a:p>
        </p:txBody>
      </p:sp>
      <p:sp>
        <p:nvSpPr>
          <p:cNvPr id="5" name="Title 1"/>
          <p:cNvSpPr>
            <a:spLocks noGrp="1"/>
          </p:cNvSpPr>
          <p:nvPr>
            <p:ph type="ctrTitle" hasCustomPrompt="1"/>
          </p:nvPr>
        </p:nvSpPr>
        <p:spPr>
          <a:xfrm>
            <a:off x="274638" y="1537564"/>
            <a:ext cx="3931941" cy="3919398"/>
          </a:xfrm>
          <a:custGeom>
            <a:avLst/>
            <a:gdLst>
              <a:gd name="connsiteX0" fmla="*/ 0 w 2431552"/>
              <a:gd name="connsiteY0" fmla="*/ 0 h 576072"/>
              <a:gd name="connsiteX1" fmla="*/ 2431552 w 2431552"/>
              <a:gd name="connsiteY1" fmla="*/ 0 h 576072"/>
              <a:gd name="connsiteX2" fmla="*/ 2431552 w 2431552"/>
              <a:gd name="connsiteY2" fmla="*/ 576072 h 576072"/>
              <a:gd name="connsiteX3" fmla="*/ 0 w 2431552"/>
              <a:gd name="connsiteY3" fmla="*/ 576072 h 576072"/>
              <a:gd name="connsiteX4" fmla="*/ 0 w 2431552"/>
              <a:gd name="connsiteY4" fmla="*/ 0 h 576072"/>
              <a:gd name="connsiteX0" fmla="*/ 0 w 2610228"/>
              <a:gd name="connsiteY0" fmla="*/ 704193 h 1280265"/>
              <a:gd name="connsiteX1" fmla="*/ 2610228 w 2610228"/>
              <a:gd name="connsiteY1" fmla="*/ 0 h 1280265"/>
              <a:gd name="connsiteX2" fmla="*/ 2431552 w 2610228"/>
              <a:gd name="connsiteY2" fmla="*/ 1280265 h 1280265"/>
              <a:gd name="connsiteX3" fmla="*/ 0 w 2610228"/>
              <a:gd name="connsiteY3" fmla="*/ 1280265 h 1280265"/>
              <a:gd name="connsiteX4" fmla="*/ 0 w 2610228"/>
              <a:gd name="connsiteY4" fmla="*/ 704193 h 1280265"/>
              <a:gd name="connsiteX0" fmla="*/ 0 w 2620739"/>
              <a:gd name="connsiteY0" fmla="*/ 704193 h 2037009"/>
              <a:gd name="connsiteX1" fmla="*/ 2610228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620739"/>
              <a:gd name="connsiteY0" fmla="*/ 483476 h 1816292"/>
              <a:gd name="connsiteX1" fmla="*/ 2389511 w 2620739"/>
              <a:gd name="connsiteY1" fmla="*/ 0 h 1816292"/>
              <a:gd name="connsiteX2" fmla="*/ 2620739 w 2620739"/>
              <a:gd name="connsiteY2" fmla="*/ 1816292 h 1816292"/>
              <a:gd name="connsiteX3" fmla="*/ 0 w 2620739"/>
              <a:gd name="connsiteY3" fmla="*/ 1059548 h 1816292"/>
              <a:gd name="connsiteX4" fmla="*/ 0 w 2620739"/>
              <a:gd name="connsiteY4" fmla="*/ 483476 h 1816292"/>
              <a:gd name="connsiteX0" fmla="*/ 0 w 2620739"/>
              <a:gd name="connsiteY0" fmla="*/ 704193 h 2037009"/>
              <a:gd name="connsiteX1" fmla="*/ 2589207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862477"/>
              <a:gd name="connsiteY0" fmla="*/ 0 h 2425892"/>
              <a:gd name="connsiteX1" fmla="*/ 2830945 w 2862477"/>
              <a:gd name="connsiteY1" fmla="*/ 388883 h 2425892"/>
              <a:gd name="connsiteX2" fmla="*/ 2862477 w 2862477"/>
              <a:gd name="connsiteY2" fmla="*/ 2425892 h 2425892"/>
              <a:gd name="connsiteX3" fmla="*/ 241738 w 2862477"/>
              <a:gd name="connsiteY3" fmla="*/ 1669148 h 2425892"/>
              <a:gd name="connsiteX4" fmla="*/ 0 w 2862477"/>
              <a:gd name="connsiteY4" fmla="*/ 0 h 2425892"/>
              <a:gd name="connsiteX0" fmla="*/ 0 w 2862477"/>
              <a:gd name="connsiteY0" fmla="*/ 0 h 2804265"/>
              <a:gd name="connsiteX1" fmla="*/ 2830945 w 2862477"/>
              <a:gd name="connsiteY1" fmla="*/ 388883 h 2804265"/>
              <a:gd name="connsiteX2" fmla="*/ 2862477 w 2862477"/>
              <a:gd name="connsiteY2" fmla="*/ 2425892 h 2804265"/>
              <a:gd name="connsiteX3" fmla="*/ 21021 w 2862477"/>
              <a:gd name="connsiteY3" fmla="*/ 2804265 h 2804265"/>
              <a:gd name="connsiteX4" fmla="*/ 0 w 2862477"/>
              <a:gd name="connsiteY4" fmla="*/ 0 h 2804265"/>
              <a:gd name="connsiteX0" fmla="*/ 0 w 2967580"/>
              <a:gd name="connsiteY0" fmla="*/ 0 h 2961920"/>
              <a:gd name="connsiteX1" fmla="*/ 2936048 w 2967580"/>
              <a:gd name="connsiteY1" fmla="*/ 546538 h 2961920"/>
              <a:gd name="connsiteX2" fmla="*/ 2967580 w 2967580"/>
              <a:gd name="connsiteY2" fmla="*/ 2583547 h 2961920"/>
              <a:gd name="connsiteX3" fmla="*/ 126124 w 2967580"/>
              <a:gd name="connsiteY3" fmla="*/ 2961920 h 2961920"/>
              <a:gd name="connsiteX4" fmla="*/ 0 w 2967580"/>
              <a:gd name="connsiteY4" fmla="*/ 0 h 2961920"/>
              <a:gd name="connsiteX0" fmla="*/ 10511 w 2841456"/>
              <a:gd name="connsiteY0" fmla="*/ 0 h 2814775"/>
              <a:gd name="connsiteX1" fmla="*/ 2809924 w 2841456"/>
              <a:gd name="connsiteY1" fmla="*/ 399393 h 2814775"/>
              <a:gd name="connsiteX2" fmla="*/ 2841456 w 2841456"/>
              <a:gd name="connsiteY2" fmla="*/ 2436402 h 2814775"/>
              <a:gd name="connsiteX3" fmla="*/ 0 w 2841456"/>
              <a:gd name="connsiteY3" fmla="*/ 2814775 h 2814775"/>
              <a:gd name="connsiteX4" fmla="*/ 10511 w 2841456"/>
              <a:gd name="connsiteY4" fmla="*/ 0 h 2814775"/>
              <a:gd name="connsiteX0" fmla="*/ 10511 w 2845941"/>
              <a:gd name="connsiteY0" fmla="*/ 0 h 2814775"/>
              <a:gd name="connsiteX1" fmla="*/ 2842437 w 2845941"/>
              <a:gd name="connsiteY1" fmla="*/ 415742 h 2814775"/>
              <a:gd name="connsiteX2" fmla="*/ 2841456 w 2845941"/>
              <a:gd name="connsiteY2" fmla="*/ 2436402 h 2814775"/>
              <a:gd name="connsiteX3" fmla="*/ 0 w 2845941"/>
              <a:gd name="connsiteY3" fmla="*/ 2814775 h 2814775"/>
              <a:gd name="connsiteX4" fmla="*/ 10511 w 2845941"/>
              <a:gd name="connsiteY4" fmla="*/ 0 h 2814775"/>
              <a:gd name="connsiteX0" fmla="*/ 10511 w 2841456"/>
              <a:gd name="connsiteY0" fmla="*/ 0 h 2814775"/>
              <a:gd name="connsiteX1" fmla="*/ 2834309 w 2841456"/>
              <a:gd name="connsiteY1" fmla="*/ 391219 h 2814775"/>
              <a:gd name="connsiteX2" fmla="*/ 2841456 w 2841456"/>
              <a:gd name="connsiteY2" fmla="*/ 2436402 h 2814775"/>
              <a:gd name="connsiteX3" fmla="*/ 0 w 2841456"/>
              <a:gd name="connsiteY3" fmla="*/ 2814775 h 2814775"/>
              <a:gd name="connsiteX4" fmla="*/ 10511 w 2841456"/>
              <a:gd name="connsiteY4" fmla="*/ 0 h 2814775"/>
              <a:gd name="connsiteX0" fmla="*/ 3504 w 2834449"/>
              <a:gd name="connsiteY0" fmla="*/ 0 h 2847473"/>
              <a:gd name="connsiteX1" fmla="*/ 2827302 w 2834449"/>
              <a:gd name="connsiteY1" fmla="*/ 391219 h 2847473"/>
              <a:gd name="connsiteX2" fmla="*/ 2834449 w 2834449"/>
              <a:gd name="connsiteY2" fmla="*/ 2436402 h 2847473"/>
              <a:gd name="connsiteX3" fmla="*/ 1122 w 2834449"/>
              <a:gd name="connsiteY3" fmla="*/ 2847473 h 2847473"/>
              <a:gd name="connsiteX4" fmla="*/ 3504 w 2834449"/>
              <a:gd name="connsiteY4" fmla="*/ 0 h 284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4449" h="2847473">
                <a:moveTo>
                  <a:pt x="3504" y="0"/>
                </a:moveTo>
                <a:lnTo>
                  <a:pt x="2827302" y="391219"/>
                </a:lnTo>
                <a:cubicBezTo>
                  <a:pt x="2830806" y="1070222"/>
                  <a:pt x="2830945" y="1757399"/>
                  <a:pt x="2834449" y="2436402"/>
                </a:cubicBezTo>
                <a:lnTo>
                  <a:pt x="1122" y="2847473"/>
                </a:lnTo>
                <a:cubicBezTo>
                  <a:pt x="4626" y="1909215"/>
                  <a:pt x="0" y="938258"/>
                  <a:pt x="3504" y="0"/>
                </a:cubicBezTo>
                <a:close/>
              </a:path>
            </a:pathLst>
          </a:custGeom>
          <a:solidFill>
            <a:schemeClr val="accent3"/>
          </a:solidFill>
          <a:ln>
            <a:noFill/>
          </a:ln>
          <a:extLst/>
        </p:spPr>
        <p:txBody>
          <a:bodyPr vert="horz" wrap="square" lIns="182880" tIns="146304" rIns="182880" bIns="146304" numCol="1" anchor="ctr" anchorCtr="0" compatLnSpc="1">
            <a:prstTxWarp prst="textNoShape">
              <a:avLst/>
            </a:prstTxWarp>
            <a:noAutofit/>
          </a:bodyPr>
          <a:lstStyle>
            <a:lvl1pPr>
              <a:lnSpc>
                <a:spcPct val="95000"/>
              </a:lnSpc>
              <a:defRPr lang="en-US" sz="4000" kern="1200" dirty="0" smtClean="0">
                <a:gradFill>
                  <a:gsLst>
                    <a:gs pos="0">
                      <a:srgbClr val="FFFFFF"/>
                    </a:gs>
                    <a:gs pos="100000">
                      <a:srgbClr val="FFFFFF"/>
                    </a:gs>
                  </a:gsLst>
                  <a:lin ang="5400000" scaled="0"/>
                </a:gradFill>
                <a:latin typeface="Segoe UI Light"/>
                <a:ea typeface="ＭＳ Ｐゴシック" charset="0"/>
                <a:cs typeface="Segoe UI Light"/>
              </a:defRPr>
            </a:lvl1pPr>
          </a:lstStyle>
          <a:p>
            <a:pPr marL="0" lvl="0" indent="0" algn="l" defTabSz="1243266" rtl="0" eaLnBrk="1" fontAlgn="base" latinLnBrk="0" hangingPunct="1">
              <a:lnSpc>
                <a:spcPct val="100000"/>
              </a:lnSpc>
              <a:spcBef>
                <a:spcPct val="0"/>
              </a:spcBef>
              <a:spcAft>
                <a:spcPct val="0"/>
              </a:spcAft>
              <a:buFontTx/>
              <a:buNone/>
            </a:pPr>
            <a:r>
              <a:rPr lang="en-US" dirty="0" smtClean="0"/>
              <a:t>Click to edit master title style</a:t>
            </a:r>
            <a:endParaRPr lang="en-US" dirty="0"/>
          </a:p>
        </p:txBody>
      </p:sp>
    </p:spTree>
    <p:extLst>
      <p:ext uri="{BB962C8B-B14F-4D97-AF65-F5344CB8AC3E}">
        <p14:creationId xmlns:p14="http://schemas.microsoft.com/office/powerpoint/2010/main" val="3094570748"/>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icture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vert="horz" wrap="square" lIns="182880" tIns="146304" rIns="182880" bIns="146304" rtlCol="0" anchor="ctr">
            <a:noAutofit/>
          </a:bodyPr>
          <a:lstStyle>
            <a:lvl1pPr>
              <a:defRPr lang="en-US" sz="3600" kern="1200" dirty="0" smtClean="0">
                <a:gradFill>
                  <a:gsLst>
                    <a:gs pos="12264">
                      <a:schemeClr val="tx1">
                        <a:lumMod val="75000"/>
                        <a:lumOff val="25000"/>
                      </a:schemeClr>
                    </a:gs>
                    <a:gs pos="71000">
                      <a:schemeClr val="tx1">
                        <a:lumMod val="75000"/>
                        <a:lumOff val="25000"/>
                      </a:schemeClr>
                    </a:gs>
                  </a:gsLst>
                  <a:lin ang="5400000" scaled="0"/>
                </a:gradFill>
                <a:latin typeface="+mj-lt"/>
                <a:ea typeface="+mn-ea"/>
                <a:cs typeface="+mn-cs"/>
              </a:defRPr>
            </a:lvl1pPr>
          </a:lstStyle>
          <a:p>
            <a:pPr marL="0" lvl="0" indent="0" algn="l" defTabSz="914166" rtl="0" eaLnBrk="1" latinLnBrk="0" hangingPunct="1">
              <a:spcBef>
                <a:spcPct val="20000"/>
              </a:spcBef>
              <a:buFont typeface="Arial" pitchFamily="34" charset="0"/>
              <a:buNone/>
            </a:pPr>
            <a:r>
              <a:rPr lang="en-US" dirty="0" smtClean="0"/>
              <a:t>Click to edit Master text styles</a:t>
            </a:r>
          </a:p>
        </p:txBody>
      </p:sp>
      <p:sp>
        <p:nvSpPr>
          <p:cNvPr id="7" name="Picture Placeholder 12"/>
          <p:cNvSpPr>
            <a:spLocks noGrp="1"/>
          </p:cNvSpPr>
          <p:nvPr>
            <p:ph type="pic" sz="quarter" idx="16"/>
          </p:nvPr>
        </p:nvSpPr>
        <p:spPr>
          <a:xfrm>
            <a:off x="274638" y="1535875"/>
            <a:ext cx="3931920" cy="392277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lIns="182880" tIns="146304" rIns="182880" bIns="146304" anchor="ctr" anchorCtr="1">
            <a:noAutofit/>
          </a:bodyPr>
          <a:lstStyle>
            <a:lvl1pPr marL="0" indent="0">
              <a:buNone/>
              <a:defRPr/>
            </a:lvl1pPr>
          </a:lstStyle>
          <a:p>
            <a:r>
              <a:rPr lang="en-US" dirty="0" smtClean="0"/>
              <a:t>Click icon to add picture</a:t>
            </a:r>
            <a:endParaRPr lang="en-US" dirty="0"/>
          </a:p>
        </p:txBody>
      </p:sp>
      <p:sp>
        <p:nvSpPr>
          <p:cNvPr id="3" name="Title 2"/>
          <p:cNvSpPr>
            <a:spLocks noGrp="1"/>
          </p:cNvSpPr>
          <p:nvPr>
            <p:ph type="title"/>
          </p:nvPr>
        </p:nvSpPr>
        <p:spPr/>
        <p:txBody>
          <a:bodyPr wrap="none" lIns="182880" tIns="146304" rIns="182880" bIns="146304"/>
          <a:lstStyle/>
          <a:p>
            <a:r>
              <a:rPr lang="en-US" dirty="0" smtClean="0"/>
              <a:t>Click to edit Master title style</a:t>
            </a:r>
            <a:endParaRPr lang="en-US" dirty="0"/>
          </a:p>
        </p:txBody>
      </p:sp>
    </p:spTree>
    <p:extLst>
      <p:ext uri="{BB962C8B-B14F-4D97-AF65-F5344CB8AC3E}">
        <p14:creationId xmlns:p14="http://schemas.microsoft.com/office/powerpoint/2010/main" val="2937302899"/>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Content - Code">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1534779"/>
          </a:xfrm>
        </p:spPr>
        <p:txBody>
          <a:bodyPr>
            <a:spAutoFit/>
          </a:bodyPr>
          <a:lstStyle>
            <a:lvl1pPr>
              <a:defRPr lang="en-US" sz="2400" kern="1200" dirty="0" smtClean="0">
                <a:gradFill>
                  <a:gsLst>
                    <a:gs pos="66981">
                      <a:schemeClr val="tx1">
                        <a:lumMod val="75000"/>
                        <a:lumOff val="25000"/>
                      </a:schemeClr>
                    </a:gs>
                    <a:gs pos="0">
                      <a:schemeClr val="tx1">
                        <a:lumMod val="75000"/>
                        <a:lumOff val="25000"/>
                      </a:schemeClr>
                    </a:gs>
                  </a:gsLst>
                  <a:lin ang="5400000" scaled="0"/>
                </a:gradFill>
                <a:latin typeface="Consolas" pitchFamily="49" charset="0"/>
                <a:ea typeface="+mn-ea"/>
                <a:cs typeface="Consolas" pitchFamily="49" charset="0"/>
              </a:defRPr>
            </a:lvl1pPr>
            <a:lvl2pPr marL="584200" indent="-241300">
              <a:defRPr lang="en-US" sz="2400" kern="1200" dirty="0" smtClean="0">
                <a:gradFill>
                  <a:gsLst>
                    <a:gs pos="66981">
                      <a:schemeClr val="tx1">
                        <a:lumMod val="75000"/>
                        <a:lumOff val="25000"/>
                      </a:schemeClr>
                    </a:gs>
                    <a:gs pos="0">
                      <a:schemeClr val="tx1">
                        <a:lumMod val="75000"/>
                        <a:lumOff val="25000"/>
                      </a:schemeClr>
                    </a:gs>
                  </a:gsLst>
                  <a:lin ang="5400000" scaled="0"/>
                </a:gradFill>
                <a:latin typeface="Consolas" pitchFamily="49" charset="0"/>
                <a:ea typeface="+mn-ea"/>
                <a:cs typeface="Consolas" pitchFamily="49" charset="0"/>
              </a:defRPr>
            </a:lvl2pPr>
            <a:lvl3pPr marL="571441" indent="-342900">
              <a:defRPr lang="en-US" sz="2400" kern="1200" dirty="0" smtClean="0">
                <a:gradFill>
                  <a:gsLst>
                    <a:gs pos="66981">
                      <a:schemeClr val="tx1">
                        <a:lumMod val="75000"/>
                        <a:lumOff val="25000"/>
                      </a:schemeClr>
                    </a:gs>
                    <a:gs pos="0">
                      <a:schemeClr val="tx1">
                        <a:lumMod val="75000"/>
                        <a:lumOff val="25000"/>
                      </a:schemeClr>
                    </a:gs>
                  </a:gsLst>
                  <a:lin ang="5400000" scaled="0"/>
                </a:gradFill>
                <a:latin typeface="Consolas" pitchFamily="49" charset="0"/>
                <a:ea typeface="+mn-ea"/>
                <a:cs typeface="Consolas" pitchFamily="49" charset="0"/>
              </a:defRPr>
            </a:lvl3pPr>
            <a:lvl4pPr>
              <a:defRPr sz="2000"/>
            </a:lvl4pPr>
            <a:lvl5pPr>
              <a:defRPr sz="2000"/>
            </a:lvl5pPr>
          </a:lstStyle>
          <a:p>
            <a:pPr marL="0" lvl="0" indent="0" algn="l" defTabSz="914166" rtl="0" eaLnBrk="1" latinLnBrk="0" hangingPunct="1">
              <a:spcBef>
                <a:spcPct val="20000"/>
              </a:spcBef>
              <a:spcAft>
                <a:spcPts val="816"/>
              </a:spcAft>
              <a:buFont typeface="Arial" pitchFamily="34" charset="0"/>
              <a:buNone/>
            </a:pPr>
            <a:r>
              <a:rPr lang="en-US" dirty="0" smtClean="0"/>
              <a:t>Click to edit Master text styles</a:t>
            </a:r>
          </a:p>
          <a:p>
            <a:pPr marL="0" marR="0" lvl="1" indent="0" algn="l" defTabSz="914166" rtl="0" eaLnBrk="1" fontAlgn="auto" latinLnBrk="0" hangingPunct="1">
              <a:lnSpc>
                <a:spcPct val="90000"/>
              </a:lnSpc>
              <a:spcBef>
                <a:spcPct val="20000"/>
              </a:spcBef>
              <a:spcAft>
                <a:spcPts val="816"/>
              </a:spcAft>
              <a:buClr>
                <a:schemeClr val="tx1"/>
              </a:buClr>
              <a:buSzPct val="90000"/>
              <a:buFont typeface="Arial" pitchFamily="34" charset="0"/>
              <a:buNone/>
              <a:tabLst/>
            </a:pPr>
            <a:r>
              <a:rPr lang="en-US" dirty="0" smtClean="0"/>
              <a:t>Second level</a:t>
            </a:r>
          </a:p>
          <a:p>
            <a:pPr marL="457082" lvl="2" indent="-228541" algn="l" defTabSz="914166" rtl="0" eaLnBrk="1" latinLnBrk="0" hangingPunct="1">
              <a:spcBef>
                <a:spcPct val="20000"/>
              </a:spcBef>
              <a:spcAft>
                <a:spcPts val="816"/>
              </a:spcAft>
              <a:buFont typeface="Arial" pitchFamily="34" charset="0"/>
              <a:buChar char="•"/>
            </a:pPr>
            <a:r>
              <a:rPr lang="en-US" dirty="0" smtClean="0"/>
              <a:t>Third level</a:t>
            </a:r>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94417"/>
      </p:ext>
    </p:extLst>
  </p:cSld>
  <p:clrMapOvr>
    <a:masterClrMapping/>
  </p:clrMapOvr>
  <p:transition>
    <p:fade/>
  </p:transition>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05245322"/>
      </p:ext>
    </p:extLst>
  </p:cSld>
  <p:clrMapOvr>
    <a:masterClrMapping/>
  </p:clrMapOvr>
  <p:transition>
    <p:fade/>
  </p:transition>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Multiple Shapes &amp; Color Background">
    <p:spTree>
      <p:nvGrpSpPr>
        <p:cNvPr id="1" name=""/>
        <p:cNvGrpSpPr/>
        <p:nvPr/>
      </p:nvGrpSpPr>
      <p:grpSpPr>
        <a:xfrm>
          <a:off x="0" y="0"/>
          <a:ext cx="0" cy="0"/>
          <a:chOff x="0" y="0"/>
          <a:chExt cx="0" cy="0"/>
        </a:xfrm>
      </p:grpSpPr>
      <p:sp>
        <p:nvSpPr>
          <p:cNvPr id="6" name="Picture Placeholder 12"/>
          <p:cNvSpPr>
            <a:spLocks noGrp="1"/>
          </p:cNvSpPr>
          <p:nvPr>
            <p:ph type="pic" sz="quarter" idx="17"/>
          </p:nvPr>
        </p:nvSpPr>
        <p:spPr>
          <a:xfrm>
            <a:off x="274638" y="2307518"/>
            <a:ext cx="1563194" cy="323299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7951"/>
              <a:gd name="connsiteX1" fmla="*/ 10057 w 10057"/>
              <a:gd name="connsiteY1" fmla="*/ 1452 h 7951"/>
              <a:gd name="connsiteX2" fmla="*/ 10054 w 10057"/>
              <a:gd name="connsiteY2" fmla="*/ 5606 h 7951"/>
              <a:gd name="connsiteX3" fmla="*/ 0 w 10057"/>
              <a:gd name="connsiteY3" fmla="*/ 7951 h 7951"/>
              <a:gd name="connsiteX4" fmla="*/ 9 w 10057"/>
              <a:gd name="connsiteY4" fmla="*/ 0 h 7951"/>
              <a:gd name="connsiteX0" fmla="*/ 9 w 10000"/>
              <a:gd name="connsiteY0" fmla="*/ 0 h 10000"/>
              <a:gd name="connsiteX1" fmla="*/ 10000 w 10000"/>
              <a:gd name="connsiteY1" fmla="*/ 1826 h 10000"/>
              <a:gd name="connsiteX2" fmla="*/ 9997 w 10000"/>
              <a:gd name="connsiteY2" fmla="*/ 705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1826 h 10000"/>
              <a:gd name="connsiteX2" fmla="*/ 9969 w 10000"/>
              <a:gd name="connsiteY2" fmla="*/ 713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2854 h 10000"/>
              <a:gd name="connsiteX2" fmla="*/ 9969 w 10000"/>
              <a:gd name="connsiteY2" fmla="*/ 7131 h 10000"/>
              <a:gd name="connsiteX3" fmla="*/ 0 w 10000"/>
              <a:gd name="connsiteY3" fmla="*/ 10000 h 10000"/>
              <a:gd name="connsiteX4" fmla="*/ 9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9" y="0"/>
                </a:moveTo>
                <a:lnTo>
                  <a:pt x="10000" y="2854"/>
                </a:lnTo>
                <a:cubicBezTo>
                  <a:pt x="9998" y="7335"/>
                  <a:pt x="9970" y="2648"/>
                  <a:pt x="9969" y="7131"/>
                </a:cubicBezTo>
                <a:cubicBezTo>
                  <a:pt x="9964" y="7082"/>
                  <a:pt x="-38" y="10005"/>
                  <a:pt x="0" y="10000"/>
                </a:cubicBezTo>
                <a:cubicBezTo>
                  <a:pt x="6" y="5808"/>
                  <a:pt x="3" y="4192"/>
                  <a:pt x="9" y="0"/>
                </a:cubicBezTo>
                <a:close/>
              </a:path>
            </a:pathLst>
          </a:custGeom>
        </p:spPr>
        <p:txBody>
          <a:bodyPr anchor="ctr" anchorCtr="0">
            <a:normAutofit/>
          </a:bodyPr>
          <a:lstStyle>
            <a:lvl1pPr marL="0" marR="0" indent="0" algn="l" defTabSz="1243266" rtl="0" eaLnBrk="1" fontAlgn="base" latinLnBrk="0" hangingPunct="1">
              <a:lnSpc>
                <a:spcPct val="95000"/>
              </a:lnSpc>
              <a:spcBef>
                <a:spcPts val="0"/>
              </a:spcBef>
              <a:spcAft>
                <a:spcPts val="0"/>
              </a:spcAft>
              <a:buClr>
                <a:schemeClr val="accent1"/>
              </a:buClr>
              <a:buSzPct val="110000"/>
              <a:buFont typeface="Avenir LT Pro 45 Book" charset="0"/>
              <a:buNone/>
              <a:tabLst/>
              <a:defRPr sz="1600"/>
            </a:lvl1pPr>
          </a:lstStyle>
          <a:p>
            <a:r>
              <a:rPr lang="en-US" smtClean="0"/>
              <a:t>Click icon to add picture</a:t>
            </a:r>
            <a:endParaRPr lang="en-US" dirty="0"/>
          </a:p>
        </p:txBody>
      </p:sp>
      <p:sp>
        <p:nvSpPr>
          <p:cNvPr id="8" name="Picture Placeholder 12"/>
          <p:cNvSpPr>
            <a:spLocks noGrp="1"/>
          </p:cNvSpPr>
          <p:nvPr>
            <p:ph type="pic" sz="quarter" idx="18"/>
          </p:nvPr>
        </p:nvSpPr>
        <p:spPr>
          <a:xfrm>
            <a:off x="4745014" y="2301239"/>
            <a:ext cx="3232905" cy="324554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anchor="ctr" anchorCtr="0">
            <a:normAutofit/>
          </a:bodyPr>
          <a:lstStyle>
            <a:lvl1pPr>
              <a:defRPr sz="1600"/>
            </a:lvl1pPr>
          </a:lstStyle>
          <a:p>
            <a:r>
              <a:rPr lang="en-US" smtClean="0"/>
              <a:t>Click icon to add picture</a:t>
            </a:r>
            <a:endParaRPr lang="en-US" dirty="0"/>
          </a:p>
        </p:txBody>
      </p:sp>
      <p:sp>
        <p:nvSpPr>
          <p:cNvPr id="9" name="Picture Placeholder 12"/>
          <p:cNvSpPr>
            <a:spLocks noGrp="1"/>
          </p:cNvSpPr>
          <p:nvPr>
            <p:ph type="pic" sz="quarter" idx="19"/>
          </p:nvPr>
        </p:nvSpPr>
        <p:spPr>
          <a:xfrm>
            <a:off x="8258122" y="2302035"/>
            <a:ext cx="3903716" cy="3243962"/>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47"/>
              <a:gd name="connsiteY0" fmla="*/ 0 h 10000"/>
              <a:gd name="connsiteX1" fmla="*/ 10046 w 10047"/>
              <a:gd name="connsiteY1" fmla="*/ 693 h 10000"/>
              <a:gd name="connsiteX2" fmla="*/ 10043 w 10047"/>
              <a:gd name="connsiteY2" fmla="*/ 9284 h 10000"/>
              <a:gd name="connsiteX3" fmla="*/ 0 w 10047"/>
              <a:gd name="connsiteY3" fmla="*/ 10000 h 10000"/>
              <a:gd name="connsiteX4" fmla="*/ 9 w 10047"/>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7" h="10000">
                <a:moveTo>
                  <a:pt x="9" y="0"/>
                </a:moveTo>
                <a:cubicBezTo>
                  <a:pt x="-9" y="5"/>
                  <a:pt x="5027" y="346"/>
                  <a:pt x="10046" y="693"/>
                </a:cubicBezTo>
                <a:cubicBezTo>
                  <a:pt x="10052" y="3075"/>
                  <a:pt x="10037" y="6902"/>
                  <a:pt x="10043" y="9284"/>
                </a:cubicBezTo>
                <a:lnTo>
                  <a:pt x="0" y="10000"/>
                </a:lnTo>
                <a:cubicBezTo>
                  <a:pt x="6" y="6667"/>
                  <a:pt x="4" y="5000"/>
                  <a:pt x="9" y="0"/>
                </a:cubicBezTo>
                <a:close/>
              </a:path>
            </a:pathLst>
          </a:custGeom>
        </p:spPr>
        <p:txBody>
          <a:bodyPr anchor="ctr" anchorCtr="0">
            <a:normAutofit/>
          </a:bodyPr>
          <a:lstStyle>
            <a:lvl1pPr>
              <a:defRPr sz="1600"/>
            </a:lvl1pPr>
          </a:lstStyle>
          <a:p>
            <a:r>
              <a:rPr lang="en-US" smtClean="0"/>
              <a:t>Click icon to add picture</a:t>
            </a:r>
            <a:endParaRPr lang="en-US" dirty="0"/>
          </a:p>
        </p:txBody>
      </p:sp>
      <p:sp>
        <p:nvSpPr>
          <p:cNvPr id="10" name="Picture Placeholder 12"/>
          <p:cNvSpPr>
            <a:spLocks noGrp="1"/>
          </p:cNvSpPr>
          <p:nvPr>
            <p:ph type="pic" sz="quarter" idx="20"/>
          </p:nvPr>
        </p:nvSpPr>
        <p:spPr>
          <a:xfrm>
            <a:off x="2118039" y="2301050"/>
            <a:ext cx="2346769" cy="3245927"/>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7951"/>
              <a:gd name="connsiteX1" fmla="*/ 10057 w 10057"/>
              <a:gd name="connsiteY1" fmla="*/ 1452 h 7951"/>
              <a:gd name="connsiteX2" fmla="*/ 10054 w 10057"/>
              <a:gd name="connsiteY2" fmla="*/ 5606 h 7951"/>
              <a:gd name="connsiteX3" fmla="*/ 0 w 10057"/>
              <a:gd name="connsiteY3" fmla="*/ 7951 h 7951"/>
              <a:gd name="connsiteX4" fmla="*/ 9 w 10057"/>
              <a:gd name="connsiteY4" fmla="*/ 0 h 7951"/>
              <a:gd name="connsiteX0" fmla="*/ 9 w 10000"/>
              <a:gd name="connsiteY0" fmla="*/ 0 h 10000"/>
              <a:gd name="connsiteX1" fmla="*/ 10000 w 10000"/>
              <a:gd name="connsiteY1" fmla="*/ 1826 h 10000"/>
              <a:gd name="connsiteX2" fmla="*/ 9997 w 10000"/>
              <a:gd name="connsiteY2" fmla="*/ 705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1826 h 10000"/>
              <a:gd name="connsiteX2" fmla="*/ 9969 w 10000"/>
              <a:gd name="connsiteY2" fmla="*/ 713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2854 h 10000"/>
              <a:gd name="connsiteX2" fmla="*/ 9969 w 10000"/>
              <a:gd name="connsiteY2" fmla="*/ 7131 h 10000"/>
              <a:gd name="connsiteX3" fmla="*/ 0 w 10000"/>
              <a:gd name="connsiteY3" fmla="*/ 10000 h 10000"/>
              <a:gd name="connsiteX4" fmla="*/ 9 w 10000"/>
              <a:gd name="connsiteY4" fmla="*/ 0 h 10000"/>
              <a:gd name="connsiteX0" fmla="*/ 9 w 15000"/>
              <a:gd name="connsiteY0" fmla="*/ 0 h 10000"/>
              <a:gd name="connsiteX1" fmla="*/ 15000 w 15000"/>
              <a:gd name="connsiteY1" fmla="*/ 2173 h 10000"/>
              <a:gd name="connsiteX2" fmla="*/ 9969 w 15000"/>
              <a:gd name="connsiteY2" fmla="*/ 7131 h 10000"/>
              <a:gd name="connsiteX3" fmla="*/ 0 w 15000"/>
              <a:gd name="connsiteY3" fmla="*/ 10000 h 10000"/>
              <a:gd name="connsiteX4" fmla="*/ 9 w 15000"/>
              <a:gd name="connsiteY4" fmla="*/ 0 h 10000"/>
              <a:gd name="connsiteX0" fmla="*/ 9 w 15024"/>
              <a:gd name="connsiteY0" fmla="*/ 0 h 10000"/>
              <a:gd name="connsiteX1" fmla="*/ 15000 w 15024"/>
              <a:gd name="connsiteY1" fmla="*/ 2173 h 10000"/>
              <a:gd name="connsiteX2" fmla="*/ 15024 w 15024"/>
              <a:gd name="connsiteY2" fmla="*/ 7919 h 10000"/>
              <a:gd name="connsiteX3" fmla="*/ 0 w 15024"/>
              <a:gd name="connsiteY3" fmla="*/ 10000 h 10000"/>
              <a:gd name="connsiteX4" fmla="*/ 9 w 15024"/>
              <a:gd name="connsiteY4" fmla="*/ 0 h 10000"/>
              <a:gd name="connsiteX0" fmla="*/ 9 w 15024"/>
              <a:gd name="connsiteY0" fmla="*/ 0 h 10000"/>
              <a:gd name="connsiteX1" fmla="*/ 15000 w 15024"/>
              <a:gd name="connsiteY1" fmla="*/ 2173 h 10000"/>
              <a:gd name="connsiteX2" fmla="*/ 15024 w 15024"/>
              <a:gd name="connsiteY2" fmla="*/ 7906 h 10000"/>
              <a:gd name="connsiteX3" fmla="*/ 0 w 15024"/>
              <a:gd name="connsiteY3" fmla="*/ 10000 h 10000"/>
              <a:gd name="connsiteX4" fmla="*/ 9 w 15024"/>
              <a:gd name="connsiteY4" fmla="*/ 0 h 10000"/>
              <a:gd name="connsiteX0" fmla="*/ 1 w 15016"/>
              <a:gd name="connsiteY0" fmla="*/ 0 h 10053"/>
              <a:gd name="connsiteX1" fmla="*/ 14992 w 15016"/>
              <a:gd name="connsiteY1" fmla="*/ 2173 h 10053"/>
              <a:gd name="connsiteX2" fmla="*/ 15016 w 15016"/>
              <a:gd name="connsiteY2" fmla="*/ 7906 h 10053"/>
              <a:gd name="connsiteX3" fmla="*/ 20 w 15016"/>
              <a:gd name="connsiteY3" fmla="*/ 10053 h 10053"/>
              <a:gd name="connsiteX4" fmla="*/ 1 w 15016"/>
              <a:gd name="connsiteY4" fmla="*/ 0 h 10053"/>
              <a:gd name="connsiteX0" fmla="*/ 9 w 15024"/>
              <a:gd name="connsiteY0" fmla="*/ 0 h 10040"/>
              <a:gd name="connsiteX1" fmla="*/ 15000 w 15024"/>
              <a:gd name="connsiteY1" fmla="*/ 2173 h 10040"/>
              <a:gd name="connsiteX2" fmla="*/ 15024 w 15024"/>
              <a:gd name="connsiteY2" fmla="*/ 7906 h 10040"/>
              <a:gd name="connsiteX3" fmla="*/ 0 w 15024"/>
              <a:gd name="connsiteY3" fmla="*/ 10040 h 10040"/>
              <a:gd name="connsiteX4" fmla="*/ 9 w 15024"/>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48"/>
              <a:gd name="connsiteY0" fmla="*/ 0 h 10040"/>
              <a:gd name="connsiteX1" fmla="*/ 15139 w 15148"/>
              <a:gd name="connsiteY1" fmla="*/ 2200 h 10040"/>
              <a:gd name="connsiteX2" fmla="*/ 15135 w 15148"/>
              <a:gd name="connsiteY2" fmla="*/ 7906 h 10040"/>
              <a:gd name="connsiteX3" fmla="*/ 0 w 15148"/>
              <a:gd name="connsiteY3" fmla="*/ 10040 h 10040"/>
              <a:gd name="connsiteX4" fmla="*/ 9 w 15148"/>
              <a:gd name="connsiteY4" fmla="*/ 0 h 10040"/>
              <a:gd name="connsiteX0" fmla="*/ 9 w 15143"/>
              <a:gd name="connsiteY0" fmla="*/ 0 h 10040"/>
              <a:gd name="connsiteX1" fmla="*/ 15111 w 15143"/>
              <a:gd name="connsiteY1" fmla="*/ 2240 h 10040"/>
              <a:gd name="connsiteX2" fmla="*/ 15135 w 15143"/>
              <a:gd name="connsiteY2" fmla="*/ 7906 h 10040"/>
              <a:gd name="connsiteX3" fmla="*/ 0 w 15143"/>
              <a:gd name="connsiteY3" fmla="*/ 10040 h 10040"/>
              <a:gd name="connsiteX4" fmla="*/ 9 w 15143"/>
              <a:gd name="connsiteY4" fmla="*/ 0 h 10040"/>
              <a:gd name="connsiteX0" fmla="*/ 9 w 15141"/>
              <a:gd name="connsiteY0" fmla="*/ 0 h 10040"/>
              <a:gd name="connsiteX1" fmla="*/ 15083 w 15141"/>
              <a:gd name="connsiteY1" fmla="*/ 2187 h 10040"/>
              <a:gd name="connsiteX2" fmla="*/ 15135 w 15141"/>
              <a:gd name="connsiteY2" fmla="*/ 7906 h 10040"/>
              <a:gd name="connsiteX3" fmla="*/ 0 w 15141"/>
              <a:gd name="connsiteY3" fmla="*/ 10040 h 10040"/>
              <a:gd name="connsiteX4" fmla="*/ 9 w 15141"/>
              <a:gd name="connsiteY4" fmla="*/ 0 h 10040"/>
              <a:gd name="connsiteX0" fmla="*/ 9 w 15083"/>
              <a:gd name="connsiteY0" fmla="*/ 0 h 10040"/>
              <a:gd name="connsiteX1" fmla="*/ 15083 w 15083"/>
              <a:gd name="connsiteY1" fmla="*/ 2187 h 10040"/>
              <a:gd name="connsiteX2" fmla="*/ 15052 w 15083"/>
              <a:gd name="connsiteY2" fmla="*/ 7906 h 10040"/>
              <a:gd name="connsiteX3" fmla="*/ 0 w 15083"/>
              <a:gd name="connsiteY3" fmla="*/ 10040 h 10040"/>
              <a:gd name="connsiteX4" fmla="*/ 9 w 15083"/>
              <a:gd name="connsiteY4" fmla="*/ 0 h 10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83" h="10040">
                <a:moveTo>
                  <a:pt x="9" y="0"/>
                </a:moveTo>
                <a:lnTo>
                  <a:pt x="15083" y="2187"/>
                </a:lnTo>
                <a:cubicBezTo>
                  <a:pt x="15081" y="2167"/>
                  <a:pt x="15081" y="7843"/>
                  <a:pt x="15052" y="7906"/>
                </a:cubicBezTo>
                <a:cubicBezTo>
                  <a:pt x="15047" y="7857"/>
                  <a:pt x="-38" y="10045"/>
                  <a:pt x="0" y="10040"/>
                </a:cubicBezTo>
                <a:cubicBezTo>
                  <a:pt x="6" y="5848"/>
                  <a:pt x="3" y="4192"/>
                  <a:pt x="9" y="0"/>
                </a:cubicBezTo>
                <a:close/>
              </a:path>
            </a:pathLst>
          </a:custGeom>
        </p:spPr>
        <p:txBody>
          <a:bodyPr anchor="ctr" anchorCtr="0">
            <a:normAutofit/>
          </a:bodyPr>
          <a:lstStyle>
            <a:lvl1pPr marL="0" marR="0" indent="0" algn="l" defTabSz="1243266" rtl="0" eaLnBrk="1" fontAlgn="base" latinLnBrk="0" hangingPunct="1">
              <a:lnSpc>
                <a:spcPct val="95000"/>
              </a:lnSpc>
              <a:spcBef>
                <a:spcPts val="0"/>
              </a:spcBef>
              <a:spcAft>
                <a:spcPts val="0"/>
              </a:spcAft>
              <a:buClr>
                <a:schemeClr val="accent1"/>
              </a:buClr>
              <a:buSzPct val="110000"/>
              <a:buFont typeface="Avenir LT Pro 45 Book" charset="0"/>
              <a:buNone/>
              <a:tabLst/>
              <a:defRPr sz="1600"/>
            </a:lvl1pPr>
          </a:lstStyle>
          <a:p>
            <a:r>
              <a:rPr lang="en-US" smtClean="0"/>
              <a:t>Click icon to add picture</a:t>
            </a:r>
            <a:endParaRPr lang="en-US" dirty="0"/>
          </a:p>
        </p:txBody>
      </p:sp>
      <p:sp>
        <p:nvSpPr>
          <p:cNvPr id="2" name="Title 1"/>
          <p:cNvSpPr>
            <a:spLocks noGrp="1"/>
          </p:cNvSpPr>
          <p:nvPr>
            <p:ph type="title" hasCustomPrompt="1"/>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2944091753"/>
      </p:ext>
    </p:extLst>
  </p:cSld>
  <p:clrMapOvr>
    <a:masterClrMapping/>
  </p:clrMapOvr>
  <p:transition>
    <p:fade/>
  </p:transition>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chemeClr val="bg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Wingdings" panose="05000000000000000000" pitchFamily="2" charset="2"/>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Wingdings" panose="05000000000000000000" pitchFamily="2" charset="2"/>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Wingdings" panose="05000000000000000000" pitchFamily="2" charset="2"/>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Wingdings" panose="05000000000000000000" pitchFamily="2" charset="2"/>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Wingdings" panose="05000000000000000000" pitchFamily="2" charset="2"/>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C9E"/>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3239641"/>
      </p:ext>
    </p:extLst>
  </p:cSld>
  <p:clrMapOvr>
    <a:masterClrMapping/>
  </p:clrMapOvr>
  <p:transition>
    <p:fade/>
  </p:transition>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Box 7"/>
          <p:cNvSpPr txBox="1"/>
          <p:nvPr userDrawn="1"/>
        </p:nvSpPr>
        <p:spPr bwMode="white">
          <a:xfrm>
            <a:off x="4418866" y="6697627"/>
            <a:ext cx="3598742"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r>
              <a:rPr lang="en-US" sz="1050" spc="150" dirty="0" smtClean="0">
                <a:gradFill>
                  <a:gsLst>
                    <a:gs pos="0">
                      <a:srgbClr val="FFFFFF">
                        <a:alpha val="50000"/>
                      </a:srgbClr>
                    </a:gs>
                    <a:gs pos="86000">
                      <a:srgbClr val="FFFFFF">
                        <a:alpha val="50000"/>
                      </a:srgbClr>
                    </a:gs>
                  </a:gsLst>
                  <a:lin ang="5400000" scaled="0"/>
                </a:gradFill>
                <a:latin typeface="Segoe Semibold" pitchFamily="34" charset="0"/>
              </a:rPr>
              <a:t>MICROSOFT CONFIDENTIAL – INTERNAL ONLY</a:t>
            </a:r>
          </a:p>
        </p:txBody>
      </p:sp>
    </p:spTree>
    <p:extLst>
      <p:ext uri="{BB962C8B-B14F-4D97-AF65-F5344CB8AC3E}">
        <p14:creationId xmlns:p14="http://schemas.microsoft.com/office/powerpoint/2010/main" val="730763063"/>
      </p:ext>
    </p:extLst>
  </p:cSld>
  <p:clrMapOvr>
    <a:masterClrMapping/>
  </p:clrMapOvr>
  <p:transition>
    <p:fade/>
  </p:transition>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274638" y="1212850"/>
            <a:ext cx="11887200" cy="2025170"/>
          </a:xfrm>
        </p:spPr>
        <p:txBody>
          <a:bodyPr/>
          <a:lstStyle>
            <a:lvl1pPr marL="0" indent="0">
              <a:buNone/>
              <a:defRPr>
                <a:gradFill>
                  <a:gsLst>
                    <a:gs pos="1250">
                      <a:schemeClr val="tx2"/>
                    </a:gs>
                    <a:gs pos="99000">
                      <a:schemeClr val="tx2"/>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Box 7"/>
          <p:cNvSpPr txBox="1"/>
          <p:nvPr userDrawn="1"/>
        </p:nvSpPr>
        <p:spPr bwMode="white">
          <a:xfrm>
            <a:off x="4418866" y="6697627"/>
            <a:ext cx="3598742"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r>
              <a:rPr lang="en-US" sz="1050" spc="150" dirty="0" smtClean="0">
                <a:gradFill>
                  <a:gsLst>
                    <a:gs pos="0">
                      <a:srgbClr val="FFFFFF">
                        <a:alpha val="50000"/>
                      </a:srgbClr>
                    </a:gs>
                    <a:gs pos="86000">
                      <a:srgbClr val="FFFFFF">
                        <a:alpha val="50000"/>
                      </a:srgbClr>
                    </a:gs>
                  </a:gsLst>
                  <a:lin ang="5400000" scaled="0"/>
                </a:gradFill>
                <a:latin typeface="Segoe Semibold" pitchFamily="34" charset="0"/>
              </a:rPr>
              <a:t>MICROSOFT CONFIDENTIAL – INTERNAL ONLY</a:t>
            </a:r>
          </a:p>
        </p:txBody>
      </p:sp>
    </p:spTree>
    <p:extLst>
      <p:ext uri="{BB962C8B-B14F-4D97-AF65-F5344CB8AC3E}">
        <p14:creationId xmlns:p14="http://schemas.microsoft.com/office/powerpoint/2010/main" val="2986004091"/>
      </p:ext>
    </p:extLst>
  </p:cSld>
  <p:clrMapOvr>
    <a:masterClrMapping/>
  </p:clrMapOvr>
  <p:transition>
    <p:fade/>
  </p:transition>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Demo slide">
    <p:spTree>
      <p:nvGrpSpPr>
        <p:cNvPr id="1" name=""/>
        <p:cNvGrpSpPr/>
        <p:nvPr/>
      </p:nvGrpSpPr>
      <p:grpSpPr>
        <a:xfrm>
          <a:off x="0" y="0"/>
          <a:ext cx="0" cy="0"/>
          <a:chOff x="0" y="0"/>
          <a:chExt cx="0" cy="0"/>
        </a:xfrm>
      </p:grpSpPr>
      <p:sp>
        <p:nvSpPr>
          <p:cNvPr id="4" name="Rectangle 3"/>
          <p:cNvSpPr/>
          <p:nvPr userDrawn="1"/>
        </p:nvSpPr>
        <p:spPr bwMode="auto">
          <a:xfrm>
            <a:off x="274702" y="1211286"/>
            <a:ext cx="10058336" cy="2743177"/>
          </a:xfrm>
          <a:prstGeom prst="rect">
            <a:avLst/>
          </a:prstGeom>
          <a:solidFill>
            <a:schemeClr val="accent1">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5833">
                      <a:srgbClr val="FFFFFF"/>
                    </a:gs>
                    <a:gs pos="18000">
                      <a:srgbClr val="FFFFFF"/>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63"/>
            <a:ext cx="10058401" cy="1829593"/>
          </a:xfrm>
          <a:noFill/>
        </p:spPr>
        <p:txBody>
          <a:bodyPr lIns="182880" tIns="146304" rIns="182880" bIns="146304">
            <a:noAutofit/>
          </a:bodyPr>
          <a:lstStyle>
            <a:lvl1pPr marL="0" indent="0">
              <a:spcBef>
                <a:spcPts val="0"/>
              </a:spcBef>
              <a:buNone/>
              <a:defRPr sz="3600" spc="0" baseline="0">
                <a:gradFill>
                  <a:gsLst>
                    <a:gs pos="0">
                      <a:schemeClr val="tx1"/>
                    </a:gs>
                    <a:gs pos="100000">
                      <a:schemeClr val="tx1"/>
                    </a:gs>
                  </a:gsLst>
                  <a:lin ang="5400000" scaled="0"/>
                </a:gradFill>
                <a:latin typeface="+mj-lt"/>
              </a:defRPr>
            </a:lvl1pPr>
          </a:lstStyle>
          <a:p>
            <a:pPr lvl="0"/>
            <a:r>
              <a:rPr lang="en-US" dirty="0" smtClean="0"/>
              <a:t>Speaker Name</a:t>
            </a:r>
          </a:p>
        </p:txBody>
      </p:sp>
      <p:sp>
        <p:nvSpPr>
          <p:cNvPr id="6" name="TextBox 7"/>
          <p:cNvSpPr txBox="1"/>
          <p:nvPr userDrawn="1"/>
        </p:nvSpPr>
        <p:spPr bwMode="white">
          <a:xfrm>
            <a:off x="4418866" y="6697627"/>
            <a:ext cx="3598742"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r>
              <a:rPr lang="en-US" sz="1050" spc="150" dirty="0" smtClean="0">
                <a:gradFill>
                  <a:gsLst>
                    <a:gs pos="0">
                      <a:srgbClr val="FFFFFF">
                        <a:alpha val="50000"/>
                      </a:srgbClr>
                    </a:gs>
                    <a:gs pos="86000">
                      <a:srgbClr val="FFFFFF">
                        <a:alpha val="50000"/>
                      </a:srgbClr>
                    </a:gs>
                  </a:gsLst>
                  <a:lin ang="5400000" scaled="0"/>
                </a:gradFill>
                <a:latin typeface="Segoe Semibold" pitchFamily="34" charset="0"/>
              </a:rPr>
              <a:t>MICROSOFT CONFIDENTIAL – INTERNAL ONLY</a:t>
            </a:r>
          </a:p>
        </p:txBody>
      </p:sp>
    </p:spTree>
    <p:extLst>
      <p:ext uri="{BB962C8B-B14F-4D97-AF65-F5344CB8AC3E}">
        <p14:creationId xmlns:p14="http://schemas.microsoft.com/office/powerpoint/2010/main" val="367310266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smtClean="0"/>
              <a:t>Slide for Developer Code</a:t>
            </a:r>
            <a:endParaRPr lang="en-US" dirty="0"/>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1250">
                      <a:srgbClr val="000000"/>
                    </a:gs>
                    <a:gs pos="100000">
                      <a:srgbClr val="000000"/>
                    </a:gs>
                  </a:gsLst>
                  <a:lin ang="5400000" scaled="0"/>
                </a:gradFill>
                <a:latin typeface="Segoe UI" pitchFamily="34" charset="0"/>
                <a:cs typeface="Segoe UI" pitchFamily="34" charset="0"/>
              </a:defRPr>
            </a:lvl1pPr>
            <a:lvl2pPr marL="346553" indent="0">
              <a:buNone/>
              <a:defRPr>
                <a:gradFill>
                  <a:gsLst>
                    <a:gs pos="1250">
                      <a:srgbClr val="000000"/>
                    </a:gs>
                    <a:gs pos="100000">
                      <a:srgbClr val="000000"/>
                    </a:gs>
                  </a:gsLst>
                  <a:lin ang="5400000" scaled="0"/>
                </a:gradFill>
                <a:latin typeface="Segoe UI" pitchFamily="34" charset="0"/>
                <a:cs typeface="Segoe UI" pitchFamily="34" charset="0"/>
              </a:defRPr>
            </a:lvl2pPr>
            <a:lvl3pPr marL="584607" indent="0">
              <a:buNone/>
              <a:defRPr>
                <a:gradFill>
                  <a:gsLst>
                    <a:gs pos="1250">
                      <a:srgbClr val="000000"/>
                    </a:gs>
                    <a:gs pos="100000">
                      <a:srgbClr val="000000"/>
                    </a:gs>
                  </a:gsLst>
                  <a:lin ang="5400000" scaled="0"/>
                </a:gradFill>
                <a:latin typeface="Segoe UI" pitchFamily="34" charset="0"/>
                <a:cs typeface="Segoe UI" pitchFamily="34" charset="0"/>
              </a:defRPr>
            </a:lvl3pPr>
            <a:lvl4pPr marL="814563" indent="0">
              <a:buNone/>
              <a:defRPr>
                <a:gradFill>
                  <a:gsLst>
                    <a:gs pos="1250">
                      <a:srgbClr val="000000"/>
                    </a:gs>
                    <a:gs pos="100000">
                      <a:srgbClr val="000000"/>
                    </a:gs>
                  </a:gsLst>
                  <a:lin ang="5400000" scaled="0"/>
                </a:gradFill>
                <a:latin typeface="Segoe UI" pitchFamily="34" charset="0"/>
                <a:cs typeface="Segoe UI" pitchFamily="34" charset="0"/>
              </a:defRPr>
            </a:lvl4pPr>
            <a:lvl5pPr marL="1050997" indent="0">
              <a:buNone/>
              <a:defRPr>
                <a:gradFill>
                  <a:gsLst>
                    <a:gs pos="1250">
                      <a:srgbClr val="000000"/>
                    </a:gs>
                    <a:gs pos="100000">
                      <a:srgbClr val="000000"/>
                    </a:gs>
                  </a:gsLst>
                  <a:lin ang="5400000" scaled="0"/>
                </a:gradFill>
                <a:latin typeface="Segoe UI" pitchFamily="34" charset="0"/>
                <a:cs typeface="Segoe UI"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37386111"/>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74639" y="1212849"/>
            <a:ext cx="5486399" cy="2536079"/>
          </a:xfrm>
        </p:spPr>
        <p:txBody>
          <a:bodyPr wrap="square">
            <a:spAutoFit/>
          </a:bodyPr>
          <a:lstStyle>
            <a:lvl1pPr marL="287338" indent="-287338">
              <a:spcBef>
                <a:spcPts val="1224"/>
              </a:spcBef>
              <a:buClr>
                <a:schemeClr val="tx1"/>
              </a:buClr>
              <a:buFont typeface="Arial" pitchFamily="34" charset="0"/>
              <a:buChar char="•"/>
              <a:defRPr sz="36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675439" y="1212849"/>
            <a:ext cx="5486399" cy="2536079"/>
          </a:xfrm>
        </p:spPr>
        <p:txBody>
          <a:bodyPr wrap="square">
            <a:spAutoFit/>
          </a:bodyPr>
          <a:lstStyle>
            <a:lvl1pPr marL="287338" indent="-287338">
              <a:spcBef>
                <a:spcPts val="1224"/>
              </a:spcBef>
              <a:buClr>
                <a:schemeClr val="tx1"/>
              </a:buClr>
              <a:buFont typeface="Arial" pitchFamily="34" charset="0"/>
              <a:buChar char="•"/>
              <a:defRPr sz="36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extBox 7"/>
          <p:cNvSpPr txBox="1"/>
          <p:nvPr userDrawn="1"/>
        </p:nvSpPr>
        <p:spPr bwMode="white">
          <a:xfrm>
            <a:off x="4418866" y="6697627"/>
            <a:ext cx="3598742"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r>
              <a:rPr lang="en-US" sz="1050" spc="150" dirty="0" smtClean="0">
                <a:gradFill>
                  <a:gsLst>
                    <a:gs pos="0">
                      <a:srgbClr val="FFFFFF">
                        <a:alpha val="50000"/>
                      </a:srgbClr>
                    </a:gs>
                    <a:gs pos="86000">
                      <a:srgbClr val="FFFFFF">
                        <a:alpha val="50000"/>
                      </a:srgbClr>
                    </a:gs>
                  </a:gsLst>
                  <a:lin ang="5400000" scaled="0"/>
                </a:gradFill>
                <a:latin typeface="Segoe Semibold" pitchFamily="34" charset="0"/>
              </a:rPr>
              <a:t>MICROSOFT CONFIDENTIAL – INTERNAL ONLY</a:t>
            </a:r>
          </a:p>
        </p:txBody>
      </p:sp>
    </p:spTree>
    <p:extLst>
      <p:ext uri="{BB962C8B-B14F-4D97-AF65-F5344CB8AC3E}">
        <p14:creationId xmlns:p14="http://schemas.microsoft.com/office/powerpoint/2010/main" val="2250662961"/>
      </p:ext>
    </p:extLst>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image" Target="../media/image1.png"/><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6" Type="http://schemas.openxmlformats.org/officeDocument/2006/relationships/image" Target="../media/image3.png"/><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theme" Target="../theme/theme3.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18" Type="http://schemas.openxmlformats.org/officeDocument/2006/relationships/slideLayout" Target="../slideLayouts/slideLayout59.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image" Target="../media/image3.png"/><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10" Type="http://schemas.openxmlformats.org/officeDocument/2006/relationships/slideLayout" Target="../slideLayouts/slideLayout51.xml"/><Relationship Id="rId19" Type="http://schemas.openxmlformats.org/officeDocument/2006/relationships/theme" Target="../theme/theme4.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274640" y="1212851"/>
            <a:ext cx="11887198" cy="2228302"/>
          </a:xfrm>
          <a:prstGeom prst="rect">
            <a:avLst/>
          </a:prstGeom>
        </p:spPr>
        <p:txBody>
          <a:bodyPr vert="horz" wrap="square" lIns="146304" tIns="91440" rIns="146304" bIns="9144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5" name="Picture 4"/>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rot="5400000">
            <a:off x="10532394" y="1944335"/>
            <a:ext cx="4298019" cy="409351"/>
          </a:xfrm>
          <a:prstGeom prst="rect">
            <a:avLst/>
          </a:prstGeom>
        </p:spPr>
      </p:pic>
    </p:spTree>
    <p:extLst>
      <p:ext uri="{BB962C8B-B14F-4D97-AF65-F5344CB8AC3E}">
        <p14:creationId xmlns:p14="http://schemas.microsoft.com/office/powerpoint/2010/main" val="1790270825"/>
      </p:ext>
    </p:extLst>
  </p:cSld>
  <p:clrMap bg1="lt1" tx1="dk1" bg2="lt2" tx2="dk2" accent1="accent1" accent2="accent2" accent3="accent3" accent4="accent4" accent5="accent5" accent6="accent6" hlink="hlink" folHlink="folHlink"/>
  <p:sldLayoutIdLst>
    <p:sldLayoutId id="2147484167" r:id="rId1"/>
    <p:sldLayoutId id="2147484214" r:id="rId2"/>
    <p:sldLayoutId id="2147484086" r:id="rId3"/>
    <p:sldLayoutId id="2147484206" r:id="rId4"/>
    <p:sldLayoutId id="2147484195" r:id="rId5"/>
    <p:sldLayoutId id="2147484207" r:id="rId6"/>
    <p:sldLayoutId id="2147484216" r:id="rId7"/>
    <p:sldLayoutId id="2147484217" r:id="rId8"/>
    <p:sldLayoutId id="2147484218" r:id="rId9"/>
    <p:sldLayoutId id="2147484212" r:id="rId10"/>
    <p:sldLayoutId id="2147484093" r:id="rId11"/>
    <p:sldLayoutId id="2147484213" r:id="rId12"/>
    <p:sldLayoutId id="2147484215" r:id="rId13"/>
    <p:sldLayoutId id="2147484203" r:id="rId14"/>
  </p:sldLayoutIdLst>
  <p:transition>
    <p:fade/>
  </p:transition>
  <p:timing>
    <p:tnLst>
      <p:par>
        <p:cTn id="1" dur="indefinite" restart="never" nodeType="tmRoot"/>
      </p:par>
    </p:tnLst>
  </p:timing>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userDrawn="1">
          <p15:clr>
            <a:srgbClr val="5ACBF0"/>
          </p15:clr>
        </p15:guide>
        <p15:guide id="2" pos="173" userDrawn="1">
          <p15:clr>
            <a:srgbClr val="5ACBF0"/>
          </p15:clr>
        </p15:guide>
        <p15:guide id="3" pos="7661" userDrawn="1">
          <p15:clr>
            <a:srgbClr val="5ACBF0"/>
          </p15:clr>
        </p15:guide>
        <p15:guide id="4" orient="horz" pos="4219" userDrawn="1">
          <p15:clr>
            <a:srgbClr val="5ACBF0"/>
          </p15:clr>
        </p15:guide>
        <p15:guide id="5" pos="749" userDrawn="1">
          <p15:clr>
            <a:srgbClr val="5ACBF0"/>
          </p15:clr>
        </p15:guide>
        <p15:guide id="6" pos="1325" userDrawn="1">
          <p15:clr>
            <a:srgbClr val="5ACBF0"/>
          </p15:clr>
        </p15:guide>
        <p15:guide id="7" pos="1901" userDrawn="1">
          <p15:clr>
            <a:srgbClr val="5ACBF0"/>
          </p15:clr>
        </p15:guide>
        <p15:guide id="8" pos="2477" userDrawn="1">
          <p15:clr>
            <a:srgbClr val="5ACBF0"/>
          </p15:clr>
        </p15:guide>
        <p15:guide id="9" pos="3053" userDrawn="1">
          <p15:clr>
            <a:srgbClr val="5ACBF0"/>
          </p15:clr>
        </p15:guide>
        <p15:guide id="10" pos="3629" userDrawn="1">
          <p15:clr>
            <a:srgbClr val="5ACBF0"/>
          </p15:clr>
        </p15:guide>
        <p15:guide id="11" pos="4205" userDrawn="1">
          <p15:clr>
            <a:srgbClr val="5ACBF0"/>
          </p15:clr>
        </p15:guide>
        <p15:guide id="12" pos="4781" userDrawn="1">
          <p15:clr>
            <a:srgbClr val="5ACBF0"/>
          </p15:clr>
        </p15:guide>
        <p15:guide id="13" pos="5357" userDrawn="1">
          <p15:clr>
            <a:srgbClr val="5ACBF0"/>
          </p15:clr>
        </p15:guide>
        <p15:guide id="14" pos="5933" userDrawn="1">
          <p15:clr>
            <a:srgbClr val="5ACBF0"/>
          </p15:clr>
        </p15:guide>
        <p15:guide id="15" pos="6509" userDrawn="1">
          <p15:clr>
            <a:srgbClr val="5ACBF0"/>
          </p15:clr>
        </p15:guide>
        <p15:guide id="16" pos="7085" userDrawn="1">
          <p15:clr>
            <a:srgbClr val="5ACBF0"/>
          </p15:clr>
        </p15:guide>
        <p15:guide id="17" orient="horz" pos="763" userDrawn="1">
          <p15:clr>
            <a:srgbClr val="5ACBF0"/>
          </p15:clr>
        </p15:guide>
        <p15:guide id="18" orient="horz" pos="1339" userDrawn="1">
          <p15:clr>
            <a:srgbClr val="5ACBF0"/>
          </p15:clr>
        </p15:guide>
        <p15:guide id="19" orient="horz" pos="1915" userDrawn="1">
          <p15:clr>
            <a:srgbClr val="5ACBF0"/>
          </p15:clr>
        </p15:guide>
        <p15:guide id="20" orient="horz" pos="2491" userDrawn="1">
          <p15:clr>
            <a:srgbClr val="5ACBF0"/>
          </p15:clr>
        </p15:guide>
        <p15:guide id="21" orient="horz" pos="3067" userDrawn="1">
          <p15:clr>
            <a:srgbClr val="5ACBF0"/>
          </p15:clr>
        </p15:guide>
        <p15:guide id="22" orient="horz" pos="3643" userDrawn="1">
          <p15:clr>
            <a:srgbClr val="5ACBF0"/>
          </p15:clr>
        </p15:guide>
        <p15:guide id="23" pos="288" userDrawn="1">
          <p15:clr>
            <a:srgbClr val="C35EA4"/>
          </p15:clr>
        </p15:guide>
        <p15:guide id="24" pos="7546" userDrawn="1">
          <p15:clr>
            <a:srgbClr val="C35EA4"/>
          </p15:clr>
        </p15:guide>
        <p15:guide id="25" orient="horz" pos="302" userDrawn="1">
          <p15:clr>
            <a:srgbClr val="C35EA4"/>
          </p15:clr>
        </p15:guide>
        <p15:guide id="26" orient="horz" pos="4104" userDrawn="1">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dirty="0" smtClean="0"/>
              <a:t>Click to edit Master title style</a:t>
            </a:r>
            <a:endParaRPr lang="en-US" dirty="0"/>
          </a:p>
        </p:txBody>
      </p:sp>
      <p:sp>
        <p:nvSpPr>
          <p:cNvPr id="4" name="Text Placeholder 3"/>
          <p:cNvSpPr>
            <a:spLocks noGrp="1"/>
          </p:cNvSpPr>
          <p:nvPr>
            <p:ph type="body" idx="1"/>
          </p:nvPr>
        </p:nvSpPr>
        <p:spPr>
          <a:xfrm>
            <a:off x="274640" y="1212851"/>
            <a:ext cx="11887198" cy="2228302"/>
          </a:xfrm>
          <a:prstGeom prst="rect">
            <a:avLst/>
          </a:prstGeom>
        </p:spPr>
        <p:txBody>
          <a:bodyPr vert="horz" wrap="square" lIns="146304" tIns="91440" rIns="146304" bIns="9144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5" name="Picture 4"/>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rot="5400000">
            <a:off x="10532394" y="1944335"/>
            <a:ext cx="4298019" cy="409351"/>
          </a:xfrm>
          <a:prstGeom prst="rect">
            <a:avLst/>
          </a:prstGeom>
        </p:spPr>
      </p:pic>
    </p:spTree>
    <p:extLst>
      <p:ext uri="{BB962C8B-B14F-4D97-AF65-F5344CB8AC3E}">
        <p14:creationId xmlns:p14="http://schemas.microsoft.com/office/powerpoint/2010/main" val="2980749296"/>
      </p:ext>
    </p:extLst>
  </p:cSld>
  <p:clrMap bg1="dk1" tx1="lt1" bg2="dk2" tx2="lt2" accent1="accent1" accent2="accent2" accent3="accent3" accent4="accent4" accent5="accent5" accent6="accent6" hlink="hlink" folHlink="folHlink"/>
  <p:sldLayoutIdLst>
    <p:sldLayoutId id="2147484220" r:id="rId1"/>
    <p:sldLayoutId id="2147484221" r:id="rId2"/>
    <p:sldLayoutId id="2147484222" r:id="rId3"/>
    <p:sldLayoutId id="2147484223" r:id="rId4"/>
    <p:sldLayoutId id="2147484224" r:id="rId5"/>
    <p:sldLayoutId id="2147484225" r:id="rId6"/>
    <p:sldLayoutId id="2147484226" r:id="rId7"/>
    <p:sldLayoutId id="2147484227" r:id="rId8"/>
    <p:sldLayoutId id="2147484228" r:id="rId9"/>
    <p:sldLayoutId id="2147484229" r:id="rId10"/>
    <p:sldLayoutId id="2147484230" r:id="rId11"/>
    <p:sldLayoutId id="2147484232" r:id="rId12"/>
    <p:sldLayoutId id="2147484233" r:id="rId13"/>
  </p:sldLayoutIdLst>
  <p:transition>
    <p:fade/>
  </p:transition>
  <p:timing>
    <p:tnLst>
      <p:par>
        <p:cTn id="1" dur="indefinite" restart="never" nodeType="tmRoot"/>
      </p:par>
    </p:tnLst>
  </p:timing>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661">
          <p15:clr>
            <a:srgbClr val="5ACBF0"/>
          </p15:clr>
        </p15:guide>
        <p15:guide id="4" orient="horz" pos="4219">
          <p15:clr>
            <a:srgbClr val="5ACBF0"/>
          </p15:clr>
        </p15:guide>
        <p15:guide id="5" pos="749">
          <p15:clr>
            <a:srgbClr val="5ACBF0"/>
          </p15:clr>
        </p15:guide>
        <p15:guide id="6" pos="1325">
          <p15:clr>
            <a:srgbClr val="5ACBF0"/>
          </p15:clr>
        </p15:guide>
        <p15:guide id="7" pos="1901">
          <p15:clr>
            <a:srgbClr val="5ACBF0"/>
          </p15:clr>
        </p15:guide>
        <p15:guide id="8" pos="2477">
          <p15:clr>
            <a:srgbClr val="5ACBF0"/>
          </p15:clr>
        </p15:guide>
        <p15:guide id="9" pos="3053">
          <p15:clr>
            <a:srgbClr val="5ACBF0"/>
          </p15:clr>
        </p15:guide>
        <p15:guide id="10" pos="3629">
          <p15:clr>
            <a:srgbClr val="5ACBF0"/>
          </p15:clr>
        </p15:guide>
        <p15:guide id="11" pos="4205">
          <p15:clr>
            <a:srgbClr val="5ACBF0"/>
          </p15:clr>
        </p15:guide>
        <p15:guide id="12" pos="4781">
          <p15:clr>
            <a:srgbClr val="5ACBF0"/>
          </p15:clr>
        </p15:guide>
        <p15:guide id="13" pos="5357">
          <p15:clr>
            <a:srgbClr val="5ACBF0"/>
          </p15:clr>
        </p15:guide>
        <p15:guide id="14" pos="5933">
          <p15:clr>
            <a:srgbClr val="5ACBF0"/>
          </p15:clr>
        </p15:guide>
        <p15:guide id="15" pos="6509">
          <p15:clr>
            <a:srgbClr val="5ACBF0"/>
          </p15:clr>
        </p15:guide>
        <p15:guide id="16" pos="7085">
          <p15:clr>
            <a:srgbClr val="5ACBF0"/>
          </p15:clr>
        </p15:guide>
        <p15:guide id="17" orient="horz" pos="763">
          <p15:clr>
            <a:srgbClr val="5ACBF0"/>
          </p15:clr>
        </p15:guide>
        <p15:guide id="18" orient="horz" pos="1339">
          <p15:clr>
            <a:srgbClr val="5ACBF0"/>
          </p15:clr>
        </p15:guide>
        <p15:guide id="19" orient="horz" pos="1915">
          <p15:clr>
            <a:srgbClr val="5ACBF0"/>
          </p15:clr>
        </p15:guide>
        <p15:guide id="20" orient="horz" pos="2491">
          <p15:clr>
            <a:srgbClr val="5ACBF0"/>
          </p15:clr>
        </p15:guide>
        <p15:guide id="21" orient="horz" pos="3067">
          <p15:clr>
            <a:srgbClr val="5ACBF0"/>
          </p15:clr>
        </p15:guide>
        <p15:guide id="22" orient="horz" pos="3643">
          <p15:clr>
            <a:srgbClr val="5ACBF0"/>
          </p15:clr>
        </p15:guide>
        <p15:guide id="23" pos="288">
          <p15:clr>
            <a:srgbClr val="C35EA4"/>
          </p15:clr>
        </p15:guide>
        <p15:guide id="24" pos="7546">
          <p15:clr>
            <a:srgbClr val="C35EA4"/>
          </p15:clr>
        </p15:guide>
        <p15:guide id="25" orient="horz" pos="302">
          <p15:clr>
            <a:srgbClr val="C35EA4"/>
          </p15:clr>
        </p15:guide>
        <p15:guide id="26" orient="horz" pos="4104">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274640" y="1212851"/>
            <a:ext cx="11887198" cy="2228302"/>
          </a:xfrm>
          <a:prstGeom prst="rect">
            <a:avLst/>
          </a:prstGeom>
        </p:spPr>
        <p:txBody>
          <a:bodyPr vert="horz" wrap="square" lIns="146304" tIns="91440" rIns="146304" bIns="9144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5" name="Picture 4"/>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rot="5400000">
            <a:off x="10532394" y="1944335"/>
            <a:ext cx="4298019" cy="409351"/>
          </a:xfrm>
          <a:prstGeom prst="rect">
            <a:avLst/>
          </a:prstGeom>
        </p:spPr>
      </p:pic>
    </p:spTree>
    <p:extLst>
      <p:ext uri="{BB962C8B-B14F-4D97-AF65-F5344CB8AC3E}">
        <p14:creationId xmlns:p14="http://schemas.microsoft.com/office/powerpoint/2010/main" val="1499162360"/>
      </p:ext>
    </p:extLst>
  </p:cSld>
  <p:clrMap bg1="lt1" tx1="dk1" bg2="lt2" tx2="dk2" accent1="accent1" accent2="accent2" accent3="accent3" accent4="accent4" accent5="accent5" accent6="accent6" hlink="hlink" folHlink="folHlink"/>
  <p:sldLayoutIdLst>
    <p:sldLayoutId id="2147484235" r:id="rId1"/>
    <p:sldLayoutId id="2147484236" r:id="rId2"/>
    <p:sldLayoutId id="2147484237" r:id="rId3"/>
    <p:sldLayoutId id="2147484238" r:id="rId4"/>
    <p:sldLayoutId id="2147484239" r:id="rId5"/>
    <p:sldLayoutId id="2147484240" r:id="rId6"/>
    <p:sldLayoutId id="2147484241" r:id="rId7"/>
    <p:sldLayoutId id="2147484242" r:id="rId8"/>
    <p:sldLayoutId id="2147484243" r:id="rId9"/>
    <p:sldLayoutId id="2147484244" r:id="rId10"/>
    <p:sldLayoutId id="2147484245" r:id="rId11"/>
    <p:sldLayoutId id="2147484246" r:id="rId12"/>
    <p:sldLayoutId id="2147484247" r:id="rId13"/>
    <p:sldLayoutId id="2147484248" r:id="rId14"/>
  </p:sldLayoutIdLst>
  <p:transition>
    <p:fade/>
  </p:transition>
  <p:timing>
    <p:tnLst>
      <p:par>
        <p:cTn id="1" dur="indefinite" restart="never" nodeType="tmRoot"/>
      </p:par>
    </p:tnLst>
  </p:timing>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661">
          <p15:clr>
            <a:srgbClr val="5ACBF0"/>
          </p15:clr>
        </p15:guide>
        <p15:guide id="4" orient="horz" pos="4219">
          <p15:clr>
            <a:srgbClr val="5ACBF0"/>
          </p15:clr>
        </p15:guide>
        <p15:guide id="5" pos="749">
          <p15:clr>
            <a:srgbClr val="5ACBF0"/>
          </p15:clr>
        </p15:guide>
        <p15:guide id="6" pos="1325">
          <p15:clr>
            <a:srgbClr val="5ACBF0"/>
          </p15:clr>
        </p15:guide>
        <p15:guide id="7" pos="1901">
          <p15:clr>
            <a:srgbClr val="5ACBF0"/>
          </p15:clr>
        </p15:guide>
        <p15:guide id="8" pos="2477">
          <p15:clr>
            <a:srgbClr val="5ACBF0"/>
          </p15:clr>
        </p15:guide>
        <p15:guide id="9" pos="3053">
          <p15:clr>
            <a:srgbClr val="5ACBF0"/>
          </p15:clr>
        </p15:guide>
        <p15:guide id="10" pos="3629">
          <p15:clr>
            <a:srgbClr val="5ACBF0"/>
          </p15:clr>
        </p15:guide>
        <p15:guide id="11" pos="4205">
          <p15:clr>
            <a:srgbClr val="5ACBF0"/>
          </p15:clr>
        </p15:guide>
        <p15:guide id="12" pos="4781">
          <p15:clr>
            <a:srgbClr val="5ACBF0"/>
          </p15:clr>
        </p15:guide>
        <p15:guide id="13" pos="5357">
          <p15:clr>
            <a:srgbClr val="5ACBF0"/>
          </p15:clr>
        </p15:guide>
        <p15:guide id="14" pos="5933">
          <p15:clr>
            <a:srgbClr val="5ACBF0"/>
          </p15:clr>
        </p15:guide>
        <p15:guide id="15" pos="6509">
          <p15:clr>
            <a:srgbClr val="5ACBF0"/>
          </p15:clr>
        </p15:guide>
        <p15:guide id="16" pos="7085">
          <p15:clr>
            <a:srgbClr val="5ACBF0"/>
          </p15:clr>
        </p15:guide>
        <p15:guide id="17" orient="horz" pos="763">
          <p15:clr>
            <a:srgbClr val="5ACBF0"/>
          </p15:clr>
        </p15:guide>
        <p15:guide id="18" orient="horz" pos="1339">
          <p15:clr>
            <a:srgbClr val="5ACBF0"/>
          </p15:clr>
        </p15:guide>
        <p15:guide id="19" orient="horz" pos="1915">
          <p15:clr>
            <a:srgbClr val="5ACBF0"/>
          </p15:clr>
        </p15:guide>
        <p15:guide id="20" orient="horz" pos="2491">
          <p15:clr>
            <a:srgbClr val="5ACBF0"/>
          </p15:clr>
        </p15:guide>
        <p15:guide id="21" orient="horz" pos="3067">
          <p15:clr>
            <a:srgbClr val="5ACBF0"/>
          </p15:clr>
        </p15:guide>
        <p15:guide id="22" orient="horz" pos="3643">
          <p15:clr>
            <a:srgbClr val="5ACBF0"/>
          </p15:clr>
        </p15:guide>
        <p15:guide id="23" pos="288">
          <p15:clr>
            <a:srgbClr val="C35EA4"/>
          </p15:clr>
        </p15:guide>
        <p15:guide id="24" pos="7546">
          <p15:clr>
            <a:srgbClr val="C35EA4"/>
          </p15:clr>
        </p15:guide>
        <p15:guide id="25" orient="horz" pos="302">
          <p15:clr>
            <a:srgbClr val="C35EA4"/>
          </p15:clr>
        </p15:guide>
        <p15:guide id="26" orient="horz" pos="4104">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dirty="0" smtClean="0"/>
              <a:t>Click to edit Master title style</a:t>
            </a:r>
            <a:endParaRPr lang="en-US" dirty="0"/>
          </a:p>
        </p:txBody>
      </p:sp>
      <p:sp>
        <p:nvSpPr>
          <p:cNvPr id="4" name="Text Placeholder 3"/>
          <p:cNvSpPr>
            <a:spLocks noGrp="1"/>
          </p:cNvSpPr>
          <p:nvPr>
            <p:ph type="body" idx="1"/>
          </p:nvPr>
        </p:nvSpPr>
        <p:spPr>
          <a:xfrm>
            <a:off x="274640" y="1212851"/>
            <a:ext cx="11887198" cy="2228302"/>
          </a:xfrm>
          <a:prstGeom prst="rect">
            <a:avLst/>
          </a:prstGeom>
        </p:spPr>
        <p:txBody>
          <a:bodyPr vert="horz" wrap="square" lIns="146304" tIns="91440" rIns="146304" bIns="9144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5" name="Picture 4"/>
          <p:cNvPicPr>
            <a:picLocks noChangeAspect="1"/>
          </p:cNvPicPr>
          <p:nvPr userDrawn="1"/>
        </p:nvPicPr>
        <p:blipFill>
          <a:blip r:embed="rId20" cstate="screen">
            <a:extLst>
              <a:ext uri="{28A0092B-C50C-407E-A947-70E740481C1C}">
                <a14:useLocalDpi xmlns:a14="http://schemas.microsoft.com/office/drawing/2010/main"/>
              </a:ext>
            </a:extLst>
          </a:blip>
          <a:stretch>
            <a:fillRect/>
          </a:stretch>
        </p:blipFill>
        <p:spPr>
          <a:xfrm rot="5400000">
            <a:off x="10532394" y="1944335"/>
            <a:ext cx="4298019" cy="409351"/>
          </a:xfrm>
          <a:prstGeom prst="rect">
            <a:avLst/>
          </a:prstGeom>
        </p:spPr>
      </p:pic>
    </p:spTree>
    <p:extLst>
      <p:ext uri="{BB962C8B-B14F-4D97-AF65-F5344CB8AC3E}">
        <p14:creationId xmlns:p14="http://schemas.microsoft.com/office/powerpoint/2010/main" val="1367225746"/>
      </p:ext>
    </p:extLst>
  </p:cSld>
  <p:clrMap bg1="dk1" tx1="lt1" bg2="dk2" tx2="lt2" accent1="accent1" accent2="accent2" accent3="accent3" accent4="accent4" accent5="accent5" accent6="accent6" hlink="hlink" folHlink="folHlink"/>
  <p:sldLayoutIdLst>
    <p:sldLayoutId id="2147484250" r:id="rId1"/>
    <p:sldLayoutId id="2147484251" r:id="rId2"/>
    <p:sldLayoutId id="2147484252" r:id="rId3"/>
    <p:sldLayoutId id="2147484253" r:id="rId4"/>
    <p:sldLayoutId id="2147484254" r:id="rId5"/>
    <p:sldLayoutId id="2147484255" r:id="rId6"/>
    <p:sldLayoutId id="2147484256" r:id="rId7"/>
    <p:sldLayoutId id="2147484257" r:id="rId8"/>
    <p:sldLayoutId id="2147484258" r:id="rId9"/>
    <p:sldLayoutId id="2147484259" r:id="rId10"/>
    <p:sldLayoutId id="2147484260" r:id="rId11"/>
    <p:sldLayoutId id="2147484261" r:id="rId12"/>
    <p:sldLayoutId id="2147484262" r:id="rId13"/>
    <p:sldLayoutId id="2147484263" r:id="rId14"/>
    <p:sldLayoutId id="2147484264" r:id="rId15"/>
    <p:sldLayoutId id="2147484265" r:id="rId16"/>
    <p:sldLayoutId id="2147484266" r:id="rId17"/>
    <p:sldLayoutId id="2147484267" r:id="rId18"/>
  </p:sldLayoutIdLst>
  <p:transition>
    <p:fade/>
  </p:transition>
  <p:timing>
    <p:tnLst>
      <p:par>
        <p:cTn id="1" dur="indefinite" restart="never" nodeType="tmRoot"/>
      </p:par>
    </p:tnLst>
  </p:timing>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661">
          <p15:clr>
            <a:srgbClr val="5ACBF0"/>
          </p15:clr>
        </p15:guide>
        <p15:guide id="4" orient="horz" pos="4219">
          <p15:clr>
            <a:srgbClr val="5ACBF0"/>
          </p15:clr>
        </p15:guide>
        <p15:guide id="5" pos="749">
          <p15:clr>
            <a:srgbClr val="5ACBF0"/>
          </p15:clr>
        </p15:guide>
        <p15:guide id="6" pos="1325">
          <p15:clr>
            <a:srgbClr val="5ACBF0"/>
          </p15:clr>
        </p15:guide>
        <p15:guide id="7" pos="1901">
          <p15:clr>
            <a:srgbClr val="5ACBF0"/>
          </p15:clr>
        </p15:guide>
        <p15:guide id="8" pos="2477">
          <p15:clr>
            <a:srgbClr val="5ACBF0"/>
          </p15:clr>
        </p15:guide>
        <p15:guide id="9" pos="3053">
          <p15:clr>
            <a:srgbClr val="5ACBF0"/>
          </p15:clr>
        </p15:guide>
        <p15:guide id="10" pos="3629">
          <p15:clr>
            <a:srgbClr val="5ACBF0"/>
          </p15:clr>
        </p15:guide>
        <p15:guide id="11" pos="4205">
          <p15:clr>
            <a:srgbClr val="5ACBF0"/>
          </p15:clr>
        </p15:guide>
        <p15:guide id="12" pos="4781">
          <p15:clr>
            <a:srgbClr val="5ACBF0"/>
          </p15:clr>
        </p15:guide>
        <p15:guide id="13" pos="5357">
          <p15:clr>
            <a:srgbClr val="5ACBF0"/>
          </p15:clr>
        </p15:guide>
        <p15:guide id="14" pos="5933">
          <p15:clr>
            <a:srgbClr val="5ACBF0"/>
          </p15:clr>
        </p15:guide>
        <p15:guide id="15" pos="6509">
          <p15:clr>
            <a:srgbClr val="5ACBF0"/>
          </p15:clr>
        </p15:guide>
        <p15:guide id="16" pos="7085">
          <p15:clr>
            <a:srgbClr val="5ACBF0"/>
          </p15:clr>
        </p15:guide>
        <p15:guide id="17" orient="horz" pos="763">
          <p15:clr>
            <a:srgbClr val="5ACBF0"/>
          </p15:clr>
        </p15:guide>
        <p15:guide id="18" orient="horz" pos="1339">
          <p15:clr>
            <a:srgbClr val="5ACBF0"/>
          </p15:clr>
        </p15:guide>
        <p15:guide id="19" orient="horz" pos="1915">
          <p15:clr>
            <a:srgbClr val="5ACBF0"/>
          </p15:clr>
        </p15:guide>
        <p15:guide id="20" orient="horz" pos="2491">
          <p15:clr>
            <a:srgbClr val="5ACBF0"/>
          </p15:clr>
        </p15:guide>
        <p15:guide id="21" orient="horz" pos="3067">
          <p15:clr>
            <a:srgbClr val="5ACBF0"/>
          </p15:clr>
        </p15:guide>
        <p15:guide id="22" orient="horz" pos="3643">
          <p15:clr>
            <a:srgbClr val="5ACBF0"/>
          </p15:clr>
        </p15:guide>
        <p15:guide id="23" pos="288">
          <p15:clr>
            <a:srgbClr val="C35EA4"/>
          </p15:clr>
        </p15:guide>
        <p15:guide id="24" pos="7546">
          <p15:clr>
            <a:srgbClr val="C35EA4"/>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6.xml"/></Relationships>
</file>

<file path=ppt/slides/_rels/slide28.xml.rels><?xml version="1.0" encoding="UTF-8" standalone="yes"?>
<Relationships xmlns="http://schemas.openxmlformats.org/package/2006/relationships"><Relationship Id="rId3" Type="http://schemas.openxmlformats.org/officeDocument/2006/relationships/hyperlink" Target="http://msdn.microsoft.com/en-us/library/windows/apps/dn631247.aspx" TargetMode="External"/><Relationship Id="rId7" Type="http://schemas.openxmlformats.org/officeDocument/2006/relationships/hyperlink" Target="http://go.microsoft.com/fwlink/?LinkId=393655" TargetMode="External"/><Relationship Id="rId2" Type="http://schemas.openxmlformats.org/officeDocument/2006/relationships/notesSlide" Target="../notesSlides/notesSlide13.xml"/><Relationship Id="rId1" Type="http://schemas.openxmlformats.org/officeDocument/2006/relationships/slideLayout" Target="../slideLayouts/slideLayout30.xml"/><Relationship Id="rId6" Type="http://schemas.openxmlformats.org/officeDocument/2006/relationships/hyperlink" Target="http://go.microsoft.com/fwlink/?LinkId=393654" TargetMode="External"/><Relationship Id="rId5" Type="http://schemas.openxmlformats.org/officeDocument/2006/relationships/hyperlink" Target="http://msdn.microsoft.com/en-us/library/windows/apps/dn630195.aspx" TargetMode="External"/><Relationship Id="rId4" Type="http://schemas.openxmlformats.org/officeDocument/2006/relationships/hyperlink" Target="http://msdn.microsoft.com/en-us/library/windows/apps/dn640582.aspx"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9346308"/>
      </p:ext>
    </p:extLst>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body" sz="quarter" idx="12"/>
          </p:nvPr>
        </p:nvSpPr>
        <p:spPr/>
        <p:txBody>
          <a:bodyPr/>
          <a:lstStyle/>
          <a:p>
            <a:r>
              <a:rPr lang="en-US" dirty="0" smtClean="0"/>
              <a:t>Harry Pierson</a:t>
            </a:r>
          </a:p>
          <a:p>
            <a:r>
              <a:rPr lang="en-US" dirty="0" smtClean="0"/>
              <a:t>harry.pierson@microsoft.com</a:t>
            </a:r>
          </a:p>
          <a:p>
            <a:r>
              <a:rPr lang="en-US" dirty="0" smtClean="0"/>
              <a:t>@</a:t>
            </a:r>
            <a:r>
              <a:rPr lang="en-US" dirty="0" err="1" smtClean="0"/>
              <a:t>devhawk</a:t>
            </a:r>
            <a:endParaRPr lang="en-US" dirty="0" smtClean="0"/>
          </a:p>
          <a:p>
            <a:r>
              <a:rPr lang="en-US" dirty="0"/>
              <a:t>Senior Development Engineer, </a:t>
            </a:r>
            <a:r>
              <a:rPr lang="en-US" dirty="0" smtClean="0"/>
              <a:t>Windows</a:t>
            </a:r>
            <a:endParaRPr lang="en-US" dirty="0"/>
          </a:p>
        </p:txBody>
      </p:sp>
      <p:sp>
        <p:nvSpPr>
          <p:cNvPr id="2" name="Title 1"/>
          <p:cNvSpPr>
            <a:spLocks noGrp="1"/>
          </p:cNvSpPr>
          <p:nvPr>
            <p:ph type="title"/>
          </p:nvPr>
        </p:nvSpPr>
        <p:spPr/>
        <p:txBody>
          <a:bodyPr/>
          <a:lstStyle/>
          <a:p>
            <a:r>
              <a:rPr lang="en-US" dirty="0" smtClean="0"/>
              <a:t>Respecting </a:t>
            </a:r>
            <a:r>
              <a:rPr lang="en-US" dirty="0"/>
              <a:t>your Investments: </a:t>
            </a:r>
            <a:r>
              <a:rPr lang="en-US" dirty="0" smtClean="0"/>
              <a:t/>
            </a:r>
            <a:br>
              <a:rPr lang="en-US" dirty="0" smtClean="0"/>
            </a:br>
            <a:r>
              <a:rPr lang="en-US" dirty="0" smtClean="0"/>
              <a:t>How </a:t>
            </a:r>
            <a:r>
              <a:rPr lang="en-US" dirty="0"/>
              <a:t>to Leverage your Existing Code </a:t>
            </a:r>
            <a:r>
              <a:rPr lang="en-US" dirty="0" smtClean="0"/>
              <a:t/>
            </a:r>
            <a:br>
              <a:rPr lang="en-US" dirty="0" smtClean="0"/>
            </a:br>
            <a:r>
              <a:rPr lang="en-US" dirty="0" smtClean="0"/>
              <a:t>in </a:t>
            </a:r>
            <a:r>
              <a:rPr lang="en-US" dirty="0"/>
              <a:t>a New Windows Runtime LOB App</a:t>
            </a:r>
            <a:br>
              <a:rPr lang="en-US" dirty="0"/>
            </a:br>
            <a:endParaRPr lang="en-US" dirty="0"/>
          </a:p>
        </p:txBody>
      </p:sp>
      <p:sp>
        <p:nvSpPr>
          <p:cNvPr id="4" name="Text Placeholder 3"/>
          <p:cNvSpPr>
            <a:spLocks noGrp="1"/>
          </p:cNvSpPr>
          <p:nvPr>
            <p:ph type="body" sz="quarter" idx="13"/>
          </p:nvPr>
        </p:nvSpPr>
        <p:spPr/>
        <p:txBody>
          <a:bodyPr/>
          <a:lstStyle/>
          <a:p>
            <a:r>
              <a:rPr lang="en-US" dirty="0" smtClean="0"/>
              <a:t>2-515</a:t>
            </a:r>
            <a:endParaRPr lang="en-US" dirty="0"/>
          </a:p>
        </p:txBody>
      </p:sp>
    </p:spTree>
    <p:extLst>
      <p:ext uri="{BB962C8B-B14F-4D97-AF65-F5344CB8AC3E}">
        <p14:creationId xmlns:p14="http://schemas.microsoft.com/office/powerpoint/2010/main" val="1110824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5"/>
          </p:nvPr>
        </p:nvSpPr>
        <p:spPr/>
        <p:txBody>
          <a:bodyPr/>
          <a:lstStyle/>
          <a:p>
            <a:r>
              <a:rPr lang="en-US" dirty="0" smtClean="0"/>
              <a:t>Your workforce has to become </a:t>
            </a:r>
            <a:br>
              <a:rPr lang="en-US" dirty="0" smtClean="0"/>
            </a:br>
            <a:r>
              <a:rPr lang="en-US" dirty="0" smtClean="0"/>
              <a:t>more mobile to stay effective.</a:t>
            </a:r>
            <a:endParaRPr lang="en-US" dirty="0"/>
          </a:p>
        </p:txBody>
      </p:sp>
      <p:pic>
        <p:nvPicPr>
          <p:cNvPr id="10" name="Picture Placeholder 9"/>
          <p:cNvPicPr>
            <a:picLocks noGrp="1" noChangeAspect="1"/>
          </p:cNvPicPr>
          <p:nvPr>
            <p:ph type="pic" sz="quarter" idx="16"/>
          </p:nvPr>
        </p:nvPicPr>
        <p:blipFill>
          <a:blip r:embed="rId3" cstate="screen">
            <a:extLst>
              <a:ext uri="{28A0092B-C50C-407E-A947-70E740481C1C}">
                <a14:useLocalDpi xmlns:a14="http://schemas.microsoft.com/office/drawing/2010/main"/>
              </a:ext>
            </a:extLst>
          </a:blip>
          <a:srcRect/>
          <a:stretch>
            <a:fillRect/>
          </a:stretch>
        </p:blipFill>
        <p:spPr/>
      </p:pic>
      <p:sp>
        <p:nvSpPr>
          <p:cNvPr id="4" name="Title 3"/>
          <p:cNvSpPr>
            <a:spLocks noGrp="1"/>
          </p:cNvSpPr>
          <p:nvPr>
            <p:ph type="title"/>
          </p:nvPr>
        </p:nvSpPr>
        <p:spPr/>
        <p:txBody>
          <a:bodyPr/>
          <a:lstStyle/>
          <a:p>
            <a:endParaRPr lang="en-US" dirty="0"/>
          </a:p>
        </p:txBody>
      </p:sp>
    </p:spTree>
    <p:extLst>
      <p:ext uri="{BB962C8B-B14F-4D97-AF65-F5344CB8AC3E}">
        <p14:creationId xmlns:p14="http://schemas.microsoft.com/office/powerpoint/2010/main" val="3760142303"/>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5"/>
          </p:nvPr>
        </p:nvSpPr>
        <p:spPr/>
        <p:txBody>
          <a:bodyPr/>
          <a:lstStyle/>
          <a:p>
            <a:r>
              <a:rPr lang="en-US" dirty="0"/>
              <a:t>You </a:t>
            </a:r>
            <a:r>
              <a:rPr lang="en-US" dirty="0" smtClean="0"/>
              <a:t>need to empower your employees with touch-first</a:t>
            </a:r>
            <a:br>
              <a:rPr lang="en-US" dirty="0" smtClean="0"/>
            </a:br>
            <a:r>
              <a:rPr lang="en-US" dirty="0" smtClean="0"/>
              <a:t>Line </a:t>
            </a:r>
            <a:r>
              <a:rPr lang="en-US" dirty="0"/>
              <a:t>of Business </a:t>
            </a:r>
            <a:r>
              <a:rPr lang="en-US" dirty="0" smtClean="0"/>
              <a:t>apps.</a:t>
            </a:r>
            <a:endParaRPr lang="en-US" dirty="0"/>
          </a:p>
        </p:txBody>
      </p:sp>
      <p:pic>
        <p:nvPicPr>
          <p:cNvPr id="5" name="Picture Placeholder 4"/>
          <p:cNvPicPr>
            <a:picLocks noGrp="1" noChangeAspect="1"/>
          </p:cNvPicPr>
          <p:nvPr>
            <p:ph type="pic" sz="quarter" idx="16"/>
          </p:nvPr>
        </p:nvPicPr>
        <p:blipFill>
          <a:blip r:embed="rId3" cstate="screen">
            <a:extLst>
              <a:ext uri="{28A0092B-C50C-407E-A947-70E740481C1C}">
                <a14:useLocalDpi xmlns:a14="http://schemas.microsoft.com/office/drawing/2010/main"/>
              </a:ext>
            </a:extLst>
          </a:blip>
          <a:srcRect/>
          <a:stretch>
            <a:fillRect/>
          </a:stretch>
        </p:blipFill>
        <p:spPr/>
      </p:pic>
      <p:sp>
        <p:nvSpPr>
          <p:cNvPr id="2" name="Title 1"/>
          <p:cNvSpPr>
            <a:spLocks noGrp="1"/>
          </p:cNvSpPr>
          <p:nvPr>
            <p:ph type="title"/>
          </p:nvPr>
        </p:nvSpPr>
        <p:spPr/>
        <p:txBody>
          <a:bodyPr/>
          <a:lstStyle/>
          <a:p>
            <a:endParaRPr lang="en-US" dirty="0"/>
          </a:p>
        </p:txBody>
      </p:sp>
    </p:spTree>
    <p:extLst>
      <p:ext uri="{BB962C8B-B14F-4D97-AF65-F5344CB8AC3E}">
        <p14:creationId xmlns:p14="http://schemas.microsoft.com/office/powerpoint/2010/main" val="815912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5"/>
          </p:nvPr>
        </p:nvSpPr>
        <p:spPr/>
        <p:txBody>
          <a:bodyPr/>
          <a:lstStyle/>
          <a:p>
            <a:r>
              <a:rPr lang="en-US" dirty="0"/>
              <a:t>You can’t afford to rewrite all your </a:t>
            </a:r>
            <a:r>
              <a:rPr lang="en-US" dirty="0" smtClean="0"/>
              <a:t>existing LOB app code </a:t>
            </a:r>
            <a:r>
              <a:rPr lang="en-US" dirty="0"/>
              <a:t>from scratch.</a:t>
            </a:r>
          </a:p>
        </p:txBody>
      </p:sp>
      <p:pic>
        <p:nvPicPr>
          <p:cNvPr id="6" name="Picture Placeholder 5"/>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a:stretch>
            <a:fillRect/>
          </a:stretch>
        </p:blipFill>
        <p:spPr/>
      </p:pic>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974779831"/>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Windows 8.1 Update 1 lets you leverage existing LOB app code while taking advantage of new tablet form factors.</a:t>
            </a:r>
            <a:endParaRPr lang="en-US" dirty="0"/>
          </a:p>
        </p:txBody>
      </p:sp>
    </p:spTree>
    <p:extLst>
      <p:ext uri="{BB962C8B-B14F-4D97-AF65-F5344CB8AC3E}">
        <p14:creationId xmlns:p14="http://schemas.microsoft.com/office/powerpoint/2010/main" val="4289372153"/>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lstStyle/>
          <a:p>
            <a:pPr>
              <a:spcBef>
                <a:spcPts val="1800"/>
              </a:spcBef>
            </a:pPr>
            <a:r>
              <a:rPr lang="en-US" dirty="0" smtClean="0"/>
              <a:t>Policy change for side-loaded Windows Runtime apps</a:t>
            </a:r>
          </a:p>
          <a:p>
            <a:pPr>
              <a:spcBef>
                <a:spcPts val="1800"/>
              </a:spcBef>
            </a:pPr>
            <a:r>
              <a:rPr lang="en-US" dirty="0" smtClean="0"/>
              <a:t>Using network loopback for </a:t>
            </a:r>
            <a:br>
              <a:rPr lang="en-US" dirty="0" smtClean="0"/>
            </a:br>
            <a:r>
              <a:rPr lang="en-US" dirty="0" smtClean="0"/>
              <a:t>inter-process communication</a:t>
            </a:r>
          </a:p>
          <a:p>
            <a:pPr>
              <a:spcBef>
                <a:spcPts val="1800"/>
              </a:spcBef>
            </a:pPr>
            <a:r>
              <a:rPr lang="en-US" dirty="0" smtClean="0"/>
              <a:t>Leveraging existing managed code with Brokered Windows Runtime Components</a:t>
            </a:r>
          </a:p>
        </p:txBody>
      </p:sp>
      <p:pic>
        <p:nvPicPr>
          <p:cNvPr id="4" name="Picture Placeholder 3"/>
          <p:cNvPicPr>
            <a:picLocks noGrp="1" noChangeAspect="1"/>
          </p:cNvPicPr>
          <p:nvPr>
            <p:ph type="pic" sz="quarter" idx="16"/>
          </p:nvPr>
        </p:nvPicPr>
        <p:blipFill>
          <a:blip r:embed="rId3" cstate="screen">
            <a:extLst>
              <a:ext uri="{28A0092B-C50C-407E-A947-70E740481C1C}">
                <a14:useLocalDpi xmlns:a14="http://schemas.microsoft.com/office/drawing/2010/main"/>
              </a:ext>
            </a:extLst>
          </a:blip>
          <a:srcRect/>
          <a:stretch>
            <a:fillRect/>
          </a:stretch>
        </p:blipFill>
        <p:spPr/>
      </p:pic>
      <p:sp>
        <p:nvSpPr>
          <p:cNvPr id="5" name="Title 4"/>
          <p:cNvSpPr>
            <a:spLocks noGrp="1"/>
          </p:cNvSpPr>
          <p:nvPr>
            <p:ph type="title"/>
          </p:nvPr>
        </p:nvSpPr>
        <p:spPr/>
        <p:txBody>
          <a:bodyPr/>
          <a:lstStyle/>
          <a:p>
            <a:r>
              <a:rPr lang="en-US" smtClean="0"/>
              <a:t>Agenda</a:t>
            </a:r>
            <a:br>
              <a:rPr lang="en-US" smtClean="0"/>
            </a:br>
            <a:endParaRPr lang="en-US" dirty="0"/>
          </a:p>
        </p:txBody>
      </p:sp>
    </p:spTree>
    <p:extLst>
      <p:ext uri="{BB962C8B-B14F-4D97-AF65-F5344CB8AC3E}">
        <p14:creationId xmlns:p14="http://schemas.microsoft.com/office/powerpoint/2010/main" val="1577523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Side-loaded Windows Runtime apps may now communicate with other processes running on the system.</a:t>
            </a:r>
            <a:endParaRPr lang="en-US" dirty="0"/>
          </a:p>
        </p:txBody>
      </p:sp>
    </p:spTree>
    <p:extLst>
      <p:ext uri="{BB962C8B-B14F-4D97-AF65-F5344CB8AC3E}">
        <p14:creationId xmlns:p14="http://schemas.microsoft.com/office/powerpoint/2010/main" val="2162475593"/>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quarter" idx="15"/>
          </p:nvPr>
        </p:nvSpPr>
        <p:spPr/>
        <p:txBody>
          <a:bodyPr/>
          <a:lstStyle/>
          <a:p>
            <a:r>
              <a:rPr lang="en-US" smtClean="0"/>
              <a:t>Windows 8 introduced a new confidence model for Windows Store apps.</a:t>
            </a:r>
            <a:endParaRPr lang="en-US" dirty="0"/>
          </a:p>
        </p:txBody>
      </p:sp>
      <p:pic>
        <p:nvPicPr>
          <p:cNvPr id="26" name="Picture Placeholder 25"/>
          <p:cNvPicPr>
            <a:picLocks noGrp="1" noChangeAspect="1"/>
          </p:cNvPicPr>
          <p:nvPr>
            <p:ph type="pic" sz="quarter" idx="16"/>
          </p:nvPr>
        </p:nvPicPr>
        <p:blipFill>
          <a:blip r:embed="rId3" cstate="screen">
            <a:extLst>
              <a:ext uri="{28A0092B-C50C-407E-A947-70E740481C1C}">
                <a14:useLocalDpi xmlns:a14="http://schemas.microsoft.com/office/drawing/2010/main"/>
              </a:ext>
            </a:extLst>
          </a:blip>
          <a:srcRect t="101" b="101"/>
          <a:stretch>
            <a:fillRect/>
          </a:stretch>
        </p:blipFill>
        <p:spPr/>
      </p:pic>
      <p:sp>
        <p:nvSpPr>
          <p:cNvPr id="12" name="Title 11"/>
          <p:cNvSpPr>
            <a:spLocks noGrp="1"/>
          </p:cNvSpPr>
          <p:nvPr>
            <p:ph type="title"/>
          </p:nvPr>
        </p:nvSpPr>
        <p:spPr/>
        <p:txBody>
          <a:bodyPr/>
          <a:lstStyle/>
          <a:p>
            <a:endParaRPr lang="en-US"/>
          </a:p>
        </p:txBody>
      </p:sp>
    </p:spTree>
    <p:extLst>
      <p:ext uri="{BB962C8B-B14F-4D97-AF65-F5344CB8AC3E}">
        <p14:creationId xmlns:p14="http://schemas.microsoft.com/office/powerpoint/2010/main" val="3092133034"/>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lstStyle/>
          <a:p>
            <a:r>
              <a:rPr lang="en-US" dirty="0" smtClean="0"/>
              <a:t>Enterprises need the flexibility to trade confidence for capability.</a:t>
            </a:r>
            <a:endParaRPr lang="en-US" dirty="0"/>
          </a:p>
        </p:txBody>
      </p:sp>
      <p:pic>
        <p:nvPicPr>
          <p:cNvPr id="9" name="Picture Placeholder 8"/>
          <p:cNvPicPr>
            <a:picLocks noGrp="1" noChangeAspect="1"/>
          </p:cNvPicPr>
          <p:nvPr>
            <p:ph type="pic" sz="quarter" idx="16"/>
          </p:nvPr>
        </p:nvPicPr>
        <p:blipFill>
          <a:blip r:embed="rId3">
            <a:extLst>
              <a:ext uri="{28A0092B-C50C-407E-A947-70E740481C1C}">
                <a14:useLocalDpi xmlns:a14="http://schemas.microsoft.com/office/drawing/2010/main" val="0"/>
              </a:ext>
            </a:extLst>
          </a:blip>
          <a:srcRect t="101" b="101"/>
          <a:stretch>
            <a:fillRect/>
          </a:stretch>
        </p:blipFill>
        <p:spPr/>
      </p:pic>
      <p:sp>
        <p:nvSpPr>
          <p:cNvPr id="7" name="Title 6"/>
          <p:cNvSpPr>
            <a:spLocks noGrp="1"/>
          </p:cNvSpPr>
          <p:nvPr>
            <p:ph type="title"/>
          </p:nvPr>
        </p:nvSpPr>
        <p:spPr/>
        <p:txBody>
          <a:bodyPr/>
          <a:lstStyle/>
          <a:p>
            <a:endParaRPr lang="en-US"/>
          </a:p>
        </p:txBody>
      </p:sp>
    </p:spTree>
    <p:extLst>
      <p:ext uri="{BB962C8B-B14F-4D97-AF65-F5344CB8AC3E}">
        <p14:creationId xmlns:p14="http://schemas.microsoft.com/office/powerpoint/2010/main" val="3181430386"/>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lstStyle/>
          <a:p>
            <a:r>
              <a:rPr lang="en-US" dirty="0" smtClean="0"/>
              <a:t>Inter-process communication policy now only applies to apps deployed via the Windows Store. </a:t>
            </a:r>
          </a:p>
          <a:p>
            <a:pPr>
              <a:spcBef>
                <a:spcPts val="1800"/>
              </a:spcBef>
            </a:pPr>
            <a:r>
              <a:rPr lang="en-US" dirty="0" smtClean="0"/>
              <a:t>There is no longer a restriction on inter-process communication for side-loaded Windows Runtime apps. </a:t>
            </a:r>
            <a:endParaRPr lang="en-US" dirty="0"/>
          </a:p>
        </p:txBody>
      </p:sp>
      <p:sp>
        <p:nvSpPr>
          <p:cNvPr id="6" name="Title 5"/>
          <p:cNvSpPr>
            <a:spLocks noGrp="1"/>
          </p:cNvSpPr>
          <p:nvPr>
            <p:ph type="title"/>
          </p:nvPr>
        </p:nvSpPr>
        <p:spPr/>
        <p:txBody>
          <a:bodyPr/>
          <a:lstStyle/>
          <a:p>
            <a:endParaRPr lang="en-US"/>
          </a:p>
        </p:txBody>
      </p:sp>
      <p:pic>
        <p:nvPicPr>
          <p:cNvPr id="12" name="Picture Placeholder 11"/>
          <p:cNvPicPr>
            <a:picLocks noGrp="1" noChangeAspect="1"/>
          </p:cNvPicPr>
          <p:nvPr>
            <p:ph type="pic" sz="quarter" idx="16"/>
          </p:nvPr>
        </p:nvPicPr>
        <p:blipFill>
          <a:blip r:embed="rId3">
            <a:extLst>
              <a:ext uri="{28A0092B-C50C-407E-A947-70E740481C1C}">
                <a14:useLocalDpi xmlns:a14="http://schemas.microsoft.com/office/drawing/2010/main" val="0"/>
              </a:ext>
            </a:extLst>
          </a:blip>
          <a:srcRect t="101" b="101"/>
          <a:stretch>
            <a:fillRect/>
          </a:stretch>
        </p:blipFill>
        <p:spPr/>
      </p:pic>
    </p:spTree>
    <p:extLst>
      <p:ext uri="{BB962C8B-B14F-4D97-AF65-F5344CB8AC3E}">
        <p14:creationId xmlns:p14="http://schemas.microsoft.com/office/powerpoint/2010/main" val="741972795"/>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Use network loopback for inter-process communication.</a:t>
            </a:r>
            <a:endParaRPr lang="en-US" dirty="0"/>
          </a:p>
        </p:txBody>
      </p:sp>
    </p:spTree>
    <p:extLst>
      <p:ext uri="{BB962C8B-B14F-4D97-AF65-F5344CB8AC3E}">
        <p14:creationId xmlns:p14="http://schemas.microsoft.com/office/powerpoint/2010/main" val="3609743275"/>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The firewall that isolates WinRT apps from the loopback adapter can be disabled to enable inter-process communication.</a:t>
            </a:r>
            <a:endParaRPr lang="en-US" dirty="0"/>
          </a:p>
        </p:txBody>
      </p:sp>
    </p:spTree>
    <p:extLst>
      <p:ext uri="{BB962C8B-B14F-4D97-AF65-F5344CB8AC3E}">
        <p14:creationId xmlns:p14="http://schemas.microsoft.com/office/powerpoint/2010/main" val="414704098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47688" y="295275"/>
            <a:ext cx="11888787" cy="917575"/>
          </a:xfrm>
        </p:spPr>
        <p:txBody>
          <a:bodyPr/>
          <a:lstStyle/>
          <a:p>
            <a:r>
              <a:rPr lang="en-US" dirty="0" smtClean="0"/>
              <a:t>Firewall isolates Windows Runtime apps</a:t>
            </a:r>
            <a:endParaRPr lang="en-US" dirty="0"/>
          </a:p>
        </p:txBody>
      </p:sp>
      <p:sp>
        <p:nvSpPr>
          <p:cNvPr id="6" name="TextBox 5"/>
          <p:cNvSpPr txBox="1"/>
          <p:nvPr/>
        </p:nvSpPr>
        <p:spPr>
          <a:xfrm>
            <a:off x="1122427" y="4411662"/>
            <a:ext cx="4425488" cy="1071062"/>
          </a:xfrm>
          <a:prstGeom prst="rect">
            <a:avLst/>
          </a:prstGeom>
          <a:noFill/>
        </p:spPr>
        <p:txBody>
          <a:bodyPr wrap="square" lIns="182880" tIns="146304" rIns="182880" bIns="146304" rtlCol="0">
            <a:spAutoFit/>
          </a:bodyPr>
          <a:lstStyle/>
          <a:p>
            <a:pPr algn="ctr">
              <a:lnSpc>
                <a:spcPct val="90000"/>
              </a:lnSpc>
              <a:spcAft>
                <a:spcPts val="600"/>
              </a:spcAft>
            </a:pPr>
            <a:r>
              <a:rPr lang="en-US" sz="2800" dirty="0" smtClean="0">
                <a:gradFill>
                  <a:gsLst>
                    <a:gs pos="2917">
                      <a:srgbClr val="404040"/>
                    </a:gs>
                    <a:gs pos="30000">
                      <a:srgbClr val="404040"/>
                    </a:gs>
                  </a:gsLst>
                  <a:lin ang="5400000" scaled="0"/>
                </a:gradFill>
                <a:latin typeface="Segoe UI Light"/>
              </a:rPr>
              <a:t>Windows Store </a:t>
            </a:r>
            <a:br>
              <a:rPr lang="en-US" sz="2800" dirty="0" smtClean="0">
                <a:gradFill>
                  <a:gsLst>
                    <a:gs pos="2917">
                      <a:srgbClr val="404040"/>
                    </a:gs>
                    <a:gs pos="30000">
                      <a:srgbClr val="404040"/>
                    </a:gs>
                  </a:gsLst>
                  <a:lin ang="5400000" scaled="0"/>
                </a:gradFill>
                <a:latin typeface="Segoe UI Light"/>
              </a:rPr>
            </a:br>
            <a:r>
              <a:rPr lang="en-US" sz="2800" dirty="0" smtClean="0">
                <a:gradFill>
                  <a:gsLst>
                    <a:gs pos="2917">
                      <a:srgbClr val="404040"/>
                    </a:gs>
                    <a:gs pos="30000">
                      <a:srgbClr val="404040"/>
                    </a:gs>
                  </a:gsLst>
                  <a:lin ang="5400000" scaled="0"/>
                </a:gradFill>
                <a:latin typeface="Segoe UI Light"/>
              </a:rPr>
              <a:t>app process</a:t>
            </a:r>
          </a:p>
        </p:txBody>
      </p:sp>
      <p:sp>
        <p:nvSpPr>
          <p:cNvPr id="7" name="Rectangle 6"/>
          <p:cNvSpPr/>
          <p:nvPr/>
        </p:nvSpPr>
        <p:spPr bwMode="auto">
          <a:xfrm>
            <a:off x="1063348" y="1599406"/>
            <a:ext cx="4543647" cy="4543647"/>
          </a:xfrm>
          <a:prstGeom prst="rect">
            <a:avLst/>
          </a:prstGeom>
          <a:noFill/>
          <a:ln w="571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grpSp>
        <p:nvGrpSpPr>
          <p:cNvPr id="9" name="Group 4"/>
          <p:cNvGrpSpPr>
            <a:grpSpLocks noChangeAspect="1"/>
          </p:cNvGrpSpPr>
          <p:nvPr/>
        </p:nvGrpSpPr>
        <p:grpSpPr bwMode="auto">
          <a:xfrm>
            <a:off x="2524071" y="2410841"/>
            <a:ext cx="1622200" cy="1912937"/>
            <a:chOff x="2165" y="139"/>
            <a:chExt cx="3504" cy="4132"/>
          </a:xfrm>
          <a:solidFill>
            <a:schemeClr val="accent1"/>
          </a:solidFill>
        </p:grpSpPr>
        <p:sp>
          <p:nvSpPr>
            <p:cNvPr id="11" name="Freeform 5"/>
            <p:cNvSpPr>
              <a:spLocks noEditPoints="1"/>
            </p:cNvSpPr>
            <p:nvPr/>
          </p:nvSpPr>
          <p:spPr bwMode="auto">
            <a:xfrm>
              <a:off x="2165" y="958"/>
              <a:ext cx="3504" cy="3313"/>
            </a:xfrm>
            <a:custGeom>
              <a:avLst/>
              <a:gdLst>
                <a:gd name="T0" fmla="*/ 2964 w 3504"/>
                <a:gd name="T1" fmla="*/ 0 h 3313"/>
                <a:gd name="T2" fmla="*/ 0 w 3504"/>
                <a:gd name="T3" fmla="*/ 597 h 3313"/>
                <a:gd name="T4" fmla="*/ 0 w 3504"/>
                <a:gd name="T5" fmla="*/ 2717 h 3313"/>
                <a:gd name="T6" fmla="*/ 2936 w 3504"/>
                <a:gd name="T7" fmla="*/ 3313 h 3313"/>
                <a:gd name="T8" fmla="*/ 3504 w 3504"/>
                <a:gd name="T9" fmla="*/ 3086 h 3313"/>
                <a:gd name="T10" fmla="*/ 3504 w 3504"/>
                <a:gd name="T11" fmla="*/ 199 h 3313"/>
                <a:gd name="T12" fmla="*/ 2964 w 3504"/>
                <a:gd name="T13" fmla="*/ 0 h 3313"/>
                <a:gd name="T14" fmla="*/ 1212 w 3504"/>
                <a:gd name="T15" fmla="*/ 2296 h 3313"/>
                <a:gd name="T16" fmla="*/ 630 w 3504"/>
                <a:gd name="T17" fmla="*/ 2159 h 3313"/>
                <a:gd name="T18" fmla="*/ 630 w 3504"/>
                <a:gd name="T19" fmla="*/ 1657 h 3313"/>
                <a:gd name="T20" fmla="*/ 1212 w 3504"/>
                <a:gd name="T21" fmla="*/ 1657 h 3313"/>
                <a:gd name="T22" fmla="*/ 1212 w 3504"/>
                <a:gd name="T23" fmla="*/ 2296 h 3313"/>
                <a:gd name="T24" fmla="*/ 1212 w 3504"/>
                <a:gd name="T25" fmla="*/ 1581 h 3313"/>
                <a:gd name="T26" fmla="*/ 630 w 3504"/>
                <a:gd name="T27" fmla="*/ 1581 h 3313"/>
                <a:gd name="T28" fmla="*/ 630 w 3504"/>
                <a:gd name="T29" fmla="*/ 1098 h 3313"/>
                <a:gd name="T30" fmla="*/ 1212 w 3504"/>
                <a:gd name="T31" fmla="*/ 971 h 3313"/>
                <a:gd name="T32" fmla="*/ 1212 w 3504"/>
                <a:gd name="T33" fmla="*/ 1581 h 3313"/>
                <a:gd name="T34" fmla="*/ 2225 w 3504"/>
                <a:gd name="T35" fmla="*/ 2471 h 3313"/>
                <a:gd name="T36" fmla="*/ 1298 w 3504"/>
                <a:gd name="T37" fmla="*/ 2296 h 3313"/>
                <a:gd name="T38" fmla="*/ 1298 w 3504"/>
                <a:gd name="T39" fmla="*/ 1657 h 3313"/>
                <a:gd name="T40" fmla="*/ 2225 w 3504"/>
                <a:gd name="T41" fmla="*/ 1657 h 3313"/>
                <a:gd name="T42" fmla="*/ 2225 w 3504"/>
                <a:gd name="T43" fmla="*/ 2471 h 3313"/>
                <a:gd name="T44" fmla="*/ 2225 w 3504"/>
                <a:gd name="T45" fmla="*/ 1581 h 3313"/>
                <a:gd name="T46" fmla="*/ 1298 w 3504"/>
                <a:gd name="T47" fmla="*/ 1581 h 3313"/>
                <a:gd name="T48" fmla="*/ 1298 w 3504"/>
                <a:gd name="T49" fmla="*/ 971 h 3313"/>
                <a:gd name="T50" fmla="*/ 2225 w 3504"/>
                <a:gd name="T51" fmla="*/ 776 h 3313"/>
                <a:gd name="T52" fmla="*/ 2225 w 3504"/>
                <a:gd name="T53" fmla="*/ 1581 h 3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04" h="3313">
                  <a:moveTo>
                    <a:pt x="2964" y="0"/>
                  </a:moveTo>
                  <a:lnTo>
                    <a:pt x="0" y="597"/>
                  </a:lnTo>
                  <a:lnTo>
                    <a:pt x="0" y="2717"/>
                  </a:lnTo>
                  <a:lnTo>
                    <a:pt x="2936" y="3313"/>
                  </a:lnTo>
                  <a:lnTo>
                    <a:pt x="3504" y="3086"/>
                  </a:lnTo>
                  <a:lnTo>
                    <a:pt x="3504" y="199"/>
                  </a:lnTo>
                  <a:lnTo>
                    <a:pt x="2964" y="0"/>
                  </a:lnTo>
                  <a:close/>
                  <a:moveTo>
                    <a:pt x="1212" y="2296"/>
                  </a:moveTo>
                  <a:lnTo>
                    <a:pt x="630" y="2159"/>
                  </a:lnTo>
                  <a:lnTo>
                    <a:pt x="630" y="1657"/>
                  </a:lnTo>
                  <a:lnTo>
                    <a:pt x="1212" y="1657"/>
                  </a:lnTo>
                  <a:lnTo>
                    <a:pt x="1212" y="2296"/>
                  </a:lnTo>
                  <a:close/>
                  <a:moveTo>
                    <a:pt x="1212" y="1581"/>
                  </a:moveTo>
                  <a:lnTo>
                    <a:pt x="630" y="1581"/>
                  </a:lnTo>
                  <a:lnTo>
                    <a:pt x="630" y="1098"/>
                  </a:lnTo>
                  <a:lnTo>
                    <a:pt x="1212" y="971"/>
                  </a:lnTo>
                  <a:lnTo>
                    <a:pt x="1212" y="1581"/>
                  </a:lnTo>
                  <a:close/>
                  <a:moveTo>
                    <a:pt x="2225" y="2471"/>
                  </a:moveTo>
                  <a:lnTo>
                    <a:pt x="1298" y="2296"/>
                  </a:lnTo>
                  <a:lnTo>
                    <a:pt x="1298" y="1657"/>
                  </a:lnTo>
                  <a:lnTo>
                    <a:pt x="2225" y="1657"/>
                  </a:lnTo>
                  <a:lnTo>
                    <a:pt x="2225" y="2471"/>
                  </a:lnTo>
                  <a:close/>
                  <a:moveTo>
                    <a:pt x="2225" y="1581"/>
                  </a:moveTo>
                  <a:lnTo>
                    <a:pt x="1298" y="1581"/>
                  </a:lnTo>
                  <a:lnTo>
                    <a:pt x="1298" y="971"/>
                  </a:lnTo>
                  <a:lnTo>
                    <a:pt x="2225" y="776"/>
                  </a:lnTo>
                  <a:lnTo>
                    <a:pt x="2225" y="15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2" name="Freeform 6"/>
            <p:cNvSpPr>
              <a:spLocks/>
            </p:cNvSpPr>
            <p:nvPr/>
          </p:nvSpPr>
          <p:spPr bwMode="auto">
            <a:xfrm>
              <a:off x="2947" y="139"/>
              <a:ext cx="1150" cy="1117"/>
            </a:xfrm>
            <a:custGeom>
              <a:avLst/>
              <a:gdLst>
                <a:gd name="T0" fmla="*/ 46 w 486"/>
                <a:gd name="T1" fmla="*/ 458 h 472"/>
                <a:gd name="T2" fmla="*/ 46 w 486"/>
                <a:gd name="T3" fmla="*/ 254 h 472"/>
                <a:gd name="T4" fmla="*/ 253 w 486"/>
                <a:gd name="T5" fmla="*/ 46 h 472"/>
                <a:gd name="T6" fmla="*/ 446 w 486"/>
                <a:gd name="T7" fmla="*/ 210 h 472"/>
                <a:gd name="T8" fmla="*/ 446 w 486"/>
                <a:gd name="T9" fmla="*/ 380 h 472"/>
                <a:gd name="T10" fmla="*/ 486 w 486"/>
                <a:gd name="T11" fmla="*/ 376 h 472"/>
                <a:gd name="T12" fmla="*/ 486 w 486"/>
                <a:gd name="T13" fmla="*/ 196 h 472"/>
                <a:gd name="T14" fmla="*/ 243 w 486"/>
                <a:gd name="T15" fmla="*/ 0 h 472"/>
                <a:gd name="T16" fmla="*/ 0 w 486"/>
                <a:gd name="T17" fmla="*/ 252 h 472"/>
                <a:gd name="T18" fmla="*/ 0 w 486"/>
                <a:gd name="T19" fmla="*/ 472 h 472"/>
                <a:gd name="T20" fmla="*/ 46 w 486"/>
                <a:gd name="T21" fmla="*/ 458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86" h="472">
                  <a:moveTo>
                    <a:pt x="46" y="458"/>
                  </a:moveTo>
                  <a:cubicBezTo>
                    <a:pt x="46" y="254"/>
                    <a:pt x="46" y="254"/>
                    <a:pt x="46" y="254"/>
                  </a:cubicBezTo>
                  <a:cubicBezTo>
                    <a:pt x="46" y="254"/>
                    <a:pt x="81" y="46"/>
                    <a:pt x="253" y="46"/>
                  </a:cubicBezTo>
                  <a:cubicBezTo>
                    <a:pt x="427" y="46"/>
                    <a:pt x="446" y="210"/>
                    <a:pt x="446" y="210"/>
                  </a:cubicBezTo>
                  <a:cubicBezTo>
                    <a:pt x="446" y="380"/>
                    <a:pt x="446" y="380"/>
                    <a:pt x="446" y="380"/>
                  </a:cubicBezTo>
                  <a:cubicBezTo>
                    <a:pt x="486" y="376"/>
                    <a:pt x="486" y="376"/>
                    <a:pt x="486" y="376"/>
                  </a:cubicBezTo>
                  <a:cubicBezTo>
                    <a:pt x="486" y="196"/>
                    <a:pt x="486" y="196"/>
                    <a:pt x="486" y="196"/>
                  </a:cubicBezTo>
                  <a:cubicBezTo>
                    <a:pt x="486" y="196"/>
                    <a:pt x="465" y="0"/>
                    <a:pt x="243" y="0"/>
                  </a:cubicBezTo>
                  <a:cubicBezTo>
                    <a:pt x="45" y="0"/>
                    <a:pt x="0" y="252"/>
                    <a:pt x="0" y="252"/>
                  </a:cubicBezTo>
                  <a:cubicBezTo>
                    <a:pt x="0" y="472"/>
                    <a:pt x="0" y="472"/>
                    <a:pt x="0" y="472"/>
                  </a:cubicBezTo>
                  <a:lnTo>
                    <a:pt x="46" y="4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3" name="Freeform 7"/>
            <p:cNvSpPr>
              <a:spLocks/>
            </p:cNvSpPr>
            <p:nvPr/>
          </p:nvSpPr>
          <p:spPr bwMode="auto">
            <a:xfrm>
              <a:off x="3583" y="464"/>
              <a:ext cx="344" cy="653"/>
            </a:xfrm>
            <a:custGeom>
              <a:avLst/>
              <a:gdLst>
                <a:gd name="T0" fmla="*/ 36 w 145"/>
                <a:gd name="T1" fmla="*/ 274 h 276"/>
                <a:gd name="T2" fmla="*/ 36 w 145"/>
                <a:gd name="T3" fmla="*/ 159 h 276"/>
                <a:gd name="T4" fmla="*/ 145 w 145"/>
                <a:gd name="T5" fmla="*/ 29 h 276"/>
                <a:gd name="T6" fmla="*/ 129 w 145"/>
                <a:gd name="T7" fmla="*/ 0 h 276"/>
                <a:gd name="T8" fmla="*/ 0 w 145"/>
                <a:gd name="T9" fmla="*/ 141 h 276"/>
                <a:gd name="T10" fmla="*/ 0 w 145"/>
                <a:gd name="T11" fmla="*/ 276 h 276"/>
                <a:gd name="T12" fmla="*/ 36 w 145"/>
                <a:gd name="T13" fmla="*/ 274 h 276"/>
              </a:gdLst>
              <a:ahLst/>
              <a:cxnLst>
                <a:cxn ang="0">
                  <a:pos x="T0" y="T1"/>
                </a:cxn>
                <a:cxn ang="0">
                  <a:pos x="T2" y="T3"/>
                </a:cxn>
                <a:cxn ang="0">
                  <a:pos x="T4" y="T5"/>
                </a:cxn>
                <a:cxn ang="0">
                  <a:pos x="T6" y="T7"/>
                </a:cxn>
                <a:cxn ang="0">
                  <a:pos x="T8" y="T9"/>
                </a:cxn>
                <a:cxn ang="0">
                  <a:pos x="T10" y="T11"/>
                </a:cxn>
                <a:cxn ang="0">
                  <a:pos x="T12" y="T13"/>
                </a:cxn>
              </a:cxnLst>
              <a:rect l="0" t="0" r="r" b="b"/>
              <a:pathLst>
                <a:path w="145" h="276">
                  <a:moveTo>
                    <a:pt x="36" y="274"/>
                  </a:moveTo>
                  <a:cubicBezTo>
                    <a:pt x="36" y="159"/>
                    <a:pt x="36" y="159"/>
                    <a:pt x="36" y="159"/>
                  </a:cubicBezTo>
                  <a:cubicBezTo>
                    <a:pt x="36" y="159"/>
                    <a:pt x="47" y="75"/>
                    <a:pt x="145" y="29"/>
                  </a:cubicBezTo>
                  <a:cubicBezTo>
                    <a:pt x="129" y="0"/>
                    <a:pt x="129" y="0"/>
                    <a:pt x="129" y="0"/>
                  </a:cubicBezTo>
                  <a:cubicBezTo>
                    <a:pt x="129" y="0"/>
                    <a:pt x="0" y="52"/>
                    <a:pt x="0" y="141"/>
                  </a:cubicBezTo>
                  <a:cubicBezTo>
                    <a:pt x="0" y="230"/>
                    <a:pt x="0" y="276"/>
                    <a:pt x="0" y="276"/>
                  </a:cubicBezTo>
                  <a:lnTo>
                    <a:pt x="36" y="2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4" name="Freeform 8"/>
            <p:cNvSpPr>
              <a:spLocks/>
            </p:cNvSpPr>
            <p:nvPr/>
          </p:nvSpPr>
          <p:spPr bwMode="auto">
            <a:xfrm>
              <a:off x="4087" y="421"/>
              <a:ext cx="438" cy="544"/>
            </a:xfrm>
            <a:custGeom>
              <a:avLst/>
              <a:gdLst>
                <a:gd name="T0" fmla="*/ 17 w 185"/>
                <a:gd name="T1" fmla="*/ 37 h 230"/>
                <a:gd name="T2" fmla="*/ 151 w 185"/>
                <a:gd name="T3" fmla="*/ 145 h 230"/>
                <a:gd name="T4" fmla="*/ 151 w 185"/>
                <a:gd name="T5" fmla="*/ 227 h 230"/>
                <a:gd name="T6" fmla="*/ 185 w 185"/>
                <a:gd name="T7" fmla="*/ 223 h 230"/>
                <a:gd name="T8" fmla="*/ 185 w 185"/>
                <a:gd name="T9" fmla="*/ 132 h 230"/>
                <a:gd name="T10" fmla="*/ 17 w 185"/>
                <a:gd name="T11" fmla="*/ 2 h 230"/>
                <a:gd name="T12" fmla="*/ 0 w 185"/>
                <a:gd name="T13" fmla="*/ 2 h 230"/>
                <a:gd name="T14" fmla="*/ 17 w 185"/>
                <a:gd name="T15" fmla="*/ 37 h 2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5" h="230">
                  <a:moveTo>
                    <a:pt x="17" y="37"/>
                  </a:moveTo>
                  <a:cubicBezTo>
                    <a:pt x="17" y="37"/>
                    <a:pt x="151" y="60"/>
                    <a:pt x="151" y="145"/>
                  </a:cubicBezTo>
                  <a:cubicBezTo>
                    <a:pt x="152" y="230"/>
                    <a:pt x="151" y="227"/>
                    <a:pt x="151" y="227"/>
                  </a:cubicBezTo>
                  <a:cubicBezTo>
                    <a:pt x="185" y="223"/>
                    <a:pt x="185" y="223"/>
                    <a:pt x="185" y="223"/>
                  </a:cubicBezTo>
                  <a:cubicBezTo>
                    <a:pt x="185" y="132"/>
                    <a:pt x="185" y="132"/>
                    <a:pt x="185" y="132"/>
                  </a:cubicBezTo>
                  <a:cubicBezTo>
                    <a:pt x="185" y="132"/>
                    <a:pt x="175" y="32"/>
                    <a:pt x="17" y="2"/>
                  </a:cubicBezTo>
                  <a:cubicBezTo>
                    <a:pt x="3" y="0"/>
                    <a:pt x="0" y="2"/>
                    <a:pt x="0" y="2"/>
                  </a:cubicBezTo>
                  <a:lnTo>
                    <a:pt x="17"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sp>
        <p:nvSpPr>
          <p:cNvPr id="20" name="TextBox 19"/>
          <p:cNvSpPr txBox="1"/>
          <p:nvPr/>
        </p:nvSpPr>
        <p:spPr>
          <a:xfrm>
            <a:off x="6947639" y="4411662"/>
            <a:ext cx="4425488" cy="683264"/>
          </a:xfrm>
          <a:prstGeom prst="rect">
            <a:avLst/>
          </a:prstGeom>
          <a:noFill/>
        </p:spPr>
        <p:txBody>
          <a:bodyPr wrap="square" lIns="182880" tIns="146304" rIns="182880" bIns="146304" rtlCol="0">
            <a:spAutoFit/>
          </a:bodyPr>
          <a:lstStyle/>
          <a:p>
            <a:pPr algn="ctr">
              <a:lnSpc>
                <a:spcPct val="90000"/>
              </a:lnSpc>
              <a:spcAft>
                <a:spcPts val="600"/>
              </a:spcAft>
            </a:pPr>
            <a:r>
              <a:rPr lang="en-US" sz="2800" dirty="0" smtClean="0">
                <a:gradFill>
                  <a:gsLst>
                    <a:gs pos="2917">
                      <a:srgbClr val="404040"/>
                    </a:gs>
                    <a:gs pos="30000">
                      <a:srgbClr val="404040"/>
                    </a:gs>
                  </a:gsLst>
                  <a:lin ang="5400000" scaled="0"/>
                </a:gradFill>
                <a:latin typeface="Segoe UI Light"/>
              </a:rPr>
              <a:t>Local service application</a:t>
            </a:r>
          </a:p>
        </p:txBody>
      </p:sp>
      <p:grpSp>
        <p:nvGrpSpPr>
          <p:cNvPr id="21" name="Group 20"/>
          <p:cNvGrpSpPr/>
          <p:nvPr/>
        </p:nvGrpSpPr>
        <p:grpSpPr>
          <a:xfrm>
            <a:off x="4084637" y="3224361"/>
            <a:ext cx="1028383" cy="167640"/>
            <a:chOff x="4084637" y="3413760"/>
            <a:chExt cx="1028383" cy="167640"/>
          </a:xfrm>
        </p:grpSpPr>
        <p:cxnSp>
          <p:nvCxnSpPr>
            <p:cNvPr id="18" name="Straight Connector 17"/>
            <p:cNvCxnSpPr/>
            <p:nvPr/>
          </p:nvCxnSpPr>
          <p:spPr>
            <a:xfrm>
              <a:off x="4084637" y="3497262"/>
              <a:ext cx="946086" cy="0"/>
            </a:xfrm>
            <a:prstGeom prst="line">
              <a:avLst/>
            </a:prstGeom>
            <a:ln w="571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9" name="Oval 18"/>
            <p:cNvSpPr/>
            <p:nvPr/>
          </p:nvSpPr>
          <p:spPr bwMode="auto">
            <a:xfrm>
              <a:off x="4945380" y="3413760"/>
              <a:ext cx="167640" cy="16764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grpSp>
      <p:grpSp>
        <p:nvGrpSpPr>
          <p:cNvPr id="35" name="Group 34"/>
          <p:cNvGrpSpPr/>
          <p:nvPr/>
        </p:nvGrpSpPr>
        <p:grpSpPr>
          <a:xfrm flipH="1">
            <a:off x="7171054" y="3224361"/>
            <a:ext cx="1531345" cy="167640"/>
            <a:chOff x="3581675" y="3413760"/>
            <a:chExt cx="1531345" cy="167640"/>
          </a:xfrm>
        </p:grpSpPr>
        <p:cxnSp>
          <p:nvCxnSpPr>
            <p:cNvPr id="36" name="Straight Connector 35"/>
            <p:cNvCxnSpPr/>
            <p:nvPr/>
          </p:nvCxnSpPr>
          <p:spPr>
            <a:xfrm>
              <a:off x="3581675" y="3497089"/>
              <a:ext cx="1449048" cy="173"/>
            </a:xfrm>
            <a:prstGeom prst="line">
              <a:avLst/>
            </a:prstGeom>
            <a:ln w="571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7" name="Oval 36"/>
            <p:cNvSpPr/>
            <p:nvPr/>
          </p:nvSpPr>
          <p:spPr bwMode="auto">
            <a:xfrm>
              <a:off x="4945380" y="3413760"/>
              <a:ext cx="167640" cy="16764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grpSp>
      <p:sp>
        <p:nvSpPr>
          <p:cNvPr id="39" name="TextBox 38"/>
          <p:cNvSpPr txBox="1"/>
          <p:nvPr/>
        </p:nvSpPr>
        <p:spPr>
          <a:xfrm>
            <a:off x="4499531" y="2683443"/>
            <a:ext cx="4425488" cy="544765"/>
          </a:xfrm>
          <a:prstGeom prst="rect">
            <a:avLst/>
          </a:prstGeom>
          <a:noFill/>
        </p:spPr>
        <p:txBody>
          <a:bodyPr wrap="square" lIns="182880" tIns="146304" rIns="182880" bIns="146304" rtlCol="0">
            <a:spAutoFit/>
          </a:bodyPr>
          <a:lstStyle/>
          <a:p>
            <a:pPr algn="ctr">
              <a:lnSpc>
                <a:spcPct val="90000"/>
              </a:lnSpc>
              <a:spcAft>
                <a:spcPts val="600"/>
              </a:spcAft>
            </a:pPr>
            <a:r>
              <a:rPr lang="en-US" dirty="0" smtClean="0">
                <a:gradFill>
                  <a:gsLst>
                    <a:gs pos="70796">
                      <a:srgbClr val="00188F"/>
                    </a:gs>
                    <a:gs pos="30000">
                      <a:srgbClr val="00188F"/>
                    </a:gs>
                  </a:gsLst>
                  <a:lin ang="5400000" scaled="0"/>
                </a:gradFill>
              </a:rPr>
              <a:t>Network endpoint</a:t>
            </a:r>
          </a:p>
        </p:txBody>
      </p:sp>
      <p:grpSp>
        <p:nvGrpSpPr>
          <p:cNvPr id="4" name="Group 3"/>
          <p:cNvGrpSpPr/>
          <p:nvPr/>
        </p:nvGrpSpPr>
        <p:grpSpPr>
          <a:xfrm>
            <a:off x="8702399" y="2428480"/>
            <a:ext cx="1164535" cy="1537122"/>
            <a:chOff x="8702399" y="2428480"/>
            <a:chExt cx="1164535" cy="1537122"/>
          </a:xfrm>
        </p:grpSpPr>
        <p:sp>
          <p:nvSpPr>
            <p:cNvPr id="34" name="Freeform 73"/>
            <p:cNvSpPr>
              <a:spLocks noChangeAspect="1"/>
            </p:cNvSpPr>
            <p:nvPr/>
          </p:nvSpPr>
          <p:spPr bwMode="auto">
            <a:xfrm flipH="1">
              <a:off x="8955182" y="2774740"/>
              <a:ext cx="671721" cy="817746"/>
            </a:xfrm>
            <a:custGeom>
              <a:avLst/>
              <a:gdLst>
                <a:gd name="T0" fmla="*/ 511 w 662"/>
                <a:gd name="T1" fmla="*/ 184 h 806"/>
                <a:gd name="T2" fmla="*/ 435 w 662"/>
                <a:gd name="T3" fmla="*/ 124 h 806"/>
                <a:gd name="T4" fmla="*/ 435 w 662"/>
                <a:gd name="T5" fmla="*/ 0 h 806"/>
                <a:gd name="T6" fmla="*/ 364 w 662"/>
                <a:gd name="T7" fmla="*/ 140 h 806"/>
                <a:gd name="T8" fmla="*/ 375 w 662"/>
                <a:gd name="T9" fmla="*/ 247 h 806"/>
                <a:gd name="T10" fmla="*/ 305 w 662"/>
                <a:gd name="T11" fmla="*/ 360 h 806"/>
                <a:gd name="T12" fmla="*/ 19 w 662"/>
                <a:gd name="T13" fmla="*/ 712 h 806"/>
                <a:gd name="T14" fmla="*/ 24 w 662"/>
                <a:gd name="T15" fmla="*/ 787 h 806"/>
                <a:gd name="T16" fmla="*/ 97 w 662"/>
                <a:gd name="T17" fmla="*/ 782 h 806"/>
                <a:gd name="T18" fmla="*/ 455 w 662"/>
                <a:gd name="T19" fmla="*/ 338 h 806"/>
                <a:gd name="T20" fmla="*/ 555 w 662"/>
                <a:gd name="T21" fmla="*/ 275 h 806"/>
                <a:gd name="T22" fmla="*/ 662 w 662"/>
                <a:gd name="T23" fmla="*/ 130 h 806"/>
                <a:gd name="T24" fmla="*/ 589 w 662"/>
                <a:gd name="T25" fmla="*/ 0 h 806"/>
                <a:gd name="T26" fmla="*/ 589 w 662"/>
                <a:gd name="T27" fmla="*/ 122 h 806"/>
                <a:gd name="T28" fmla="*/ 511 w 662"/>
                <a:gd name="T29" fmla="*/ 184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2" h="806">
                  <a:moveTo>
                    <a:pt x="511" y="184"/>
                  </a:moveTo>
                  <a:cubicBezTo>
                    <a:pt x="435" y="124"/>
                    <a:pt x="435" y="124"/>
                    <a:pt x="435" y="124"/>
                  </a:cubicBezTo>
                  <a:cubicBezTo>
                    <a:pt x="435" y="0"/>
                    <a:pt x="435" y="0"/>
                    <a:pt x="435" y="0"/>
                  </a:cubicBezTo>
                  <a:cubicBezTo>
                    <a:pt x="403" y="16"/>
                    <a:pt x="350" y="68"/>
                    <a:pt x="364" y="140"/>
                  </a:cubicBezTo>
                  <a:cubicBezTo>
                    <a:pt x="365" y="162"/>
                    <a:pt x="382" y="217"/>
                    <a:pt x="375" y="247"/>
                  </a:cubicBezTo>
                  <a:cubicBezTo>
                    <a:pt x="365" y="287"/>
                    <a:pt x="362" y="288"/>
                    <a:pt x="305" y="360"/>
                  </a:cubicBezTo>
                  <a:cubicBezTo>
                    <a:pt x="19" y="712"/>
                    <a:pt x="19" y="712"/>
                    <a:pt x="19" y="712"/>
                  </a:cubicBezTo>
                  <a:cubicBezTo>
                    <a:pt x="0" y="734"/>
                    <a:pt x="2" y="767"/>
                    <a:pt x="24" y="787"/>
                  </a:cubicBezTo>
                  <a:cubicBezTo>
                    <a:pt x="45" y="806"/>
                    <a:pt x="78" y="804"/>
                    <a:pt x="97" y="782"/>
                  </a:cubicBezTo>
                  <a:cubicBezTo>
                    <a:pt x="455" y="338"/>
                    <a:pt x="455" y="338"/>
                    <a:pt x="455" y="338"/>
                  </a:cubicBezTo>
                  <a:cubicBezTo>
                    <a:pt x="477" y="310"/>
                    <a:pt x="519" y="285"/>
                    <a:pt x="555" y="275"/>
                  </a:cubicBezTo>
                  <a:cubicBezTo>
                    <a:pt x="617" y="256"/>
                    <a:pt x="662" y="198"/>
                    <a:pt x="662" y="130"/>
                  </a:cubicBezTo>
                  <a:cubicBezTo>
                    <a:pt x="662" y="74"/>
                    <a:pt x="631" y="22"/>
                    <a:pt x="589" y="0"/>
                  </a:cubicBezTo>
                  <a:cubicBezTo>
                    <a:pt x="589" y="122"/>
                    <a:pt x="589" y="122"/>
                    <a:pt x="589" y="122"/>
                  </a:cubicBezTo>
                  <a:lnTo>
                    <a:pt x="511" y="184"/>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defTabSz="914363"/>
              <a:endParaRPr lang="en-US" sz="1700">
                <a:solidFill>
                  <a:srgbClr val="FFFFFF"/>
                </a:solidFill>
              </a:endParaRPr>
            </a:p>
          </p:txBody>
        </p:sp>
        <p:sp>
          <p:nvSpPr>
            <p:cNvPr id="3" name="Rounded Rectangle 2"/>
            <p:cNvSpPr/>
            <p:nvPr/>
          </p:nvSpPr>
          <p:spPr bwMode="auto">
            <a:xfrm>
              <a:off x="8702399" y="2428480"/>
              <a:ext cx="1164535" cy="1537122"/>
            </a:xfrm>
            <a:prstGeom prst="roundRect">
              <a:avLst/>
            </a:prstGeom>
            <a:no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3567970001"/>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47688" y="295275"/>
            <a:ext cx="11888787" cy="917575"/>
          </a:xfrm>
        </p:spPr>
        <p:txBody>
          <a:bodyPr/>
          <a:lstStyle/>
          <a:p>
            <a:r>
              <a:rPr lang="en-US" dirty="0" smtClean="0"/>
              <a:t>Admins can disable the firewall</a:t>
            </a:r>
            <a:endParaRPr lang="en-US" dirty="0"/>
          </a:p>
        </p:txBody>
      </p:sp>
      <p:grpSp>
        <p:nvGrpSpPr>
          <p:cNvPr id="5" name="Group 4"/>
          <p:cNvGrpSpPr/>
          <p:nvPr/>
        </p:nvGrpSpPr>
        <p:grpSpPr>
          <a:xfrm>
            <a:off x="856136" y="9059862"/>
            <a:ext cx="11707004" cy="4572000"/>
            <a:chOff x="457199" y="1828800"/>
            <a:chExt cx="11707004" cy="4572000"/>
          </a:xfrm>
        </p:grpSpPr>
        <p:sp>
          <p:nvSpPr>
            <p:cNvPr id="3" name="Rectangle 2"/>
            <p:cNvSpPr/>
            <p:nvPr/>
          </p:nvSpPr>
          <p:spPr bwMode="auto">
            <a:xfrm>
              <a:off x="457199" y="1828800"/>
              <a:ext cx="5303837" cy="4572000"/>
            </a:xfrm>
            <a:prstGeom prst="rect">
              <a:avLst/>
            </a:prstGeom>
            <a:noFill/>
            <a:ln w="50800">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b" anchorCtr="0" compatLnSpc="1">
              <a:prstTxWarp prst="textNoShape">
                <a:avLst/>
              </a:prstTxWarp>
            </a:bodyPr>
            <a:lstStyle/>
            <a:p>
              <a:pPr algn="ctr" defTabSz="932472" fontAlgn="base">
                <a:spcBef>
                  <a:spcPct val="0"/>
                </a:spcBef>
                <a:spcAft>
                  <a:spcPct val="0"/>
                </a:spcAft>
              </a:pPr>
              <a:r>
                <a:rPr lang="en-US" sz="2400" dirty="0" smtClean="0">
                  <a:gradFill>
                    <a:gsLst>
                      <a:gs pos="0">
                        <a:srgbClr val="FFFFFF"/>
                      </a:gs>
                      <a:gs pos="100000">
                        <a:srgbClr val="FFFFFF"/>
                      </a:gs>
                    </a:gsLst>
                    <a:lin ang="5400000" scaled="0"/>
                  </a:gradFill>
                </a:rPr>
                <a:t>Windows Firewall</a:t>
              </a:r>
              <a:endParaRPr lang="en-US" sz="2400" dirty="0">
                <a:gradFill>
                  <a:gsLst>
                    <a:gs pos="0">
                      <a:srgbClr val="FFFFFF"/>
                    </a:gs>
                    <a:gs pos="100000">
                      <a:srgbClr val="FFFFFF"/>
                    </a:gs>
                  </a:gsLst>
                  <a:lin ang="5400000" scaled="0"/>
                </a:gradFill>
              </a:endParaRPr>
            </a:p>
          </p:txBody>
        </p:sp>
        <p:sp>
          <p:nvSpPr>
            <p:cNvPr id="4" name="Rectangle 3"/>
            <p:cNvSpPr/>
            <p:nvPr/>
          </p:nvSpPr>
          <p:spPr bwMode="auto">
            <a:xfrm>
              <a:off x="8125603" y="2201862"/>
              <a:ext cx="4038600" cy="3962400"/>
            </a:xfrm>
            <a:prstGeom prst="rect">
              <a:avLst/>
            </a:prstGeom>
            <a:solidFill>
              <a:schemeClr val="accent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2400" dirty="0" smtClean="0">
                  <a:gradFill>
                    <a:gsLst>
                      <a:gs pos="0">
                        <a:srgbClr val="FFFFFF"/>
                      </a:gs>
                      <a:gs pos="100000">
                        <a:srgbClr val="FFFFFF"/>
                      </a:gs>
                    </a:gsLst>
                    <a:lin ang="5400000" scaled="0"/>
                  </a:gradFill>
                </a:rPr>
                <a:t>Local Service Application</a:t>
              </a:r>
              <a:endParaRPr lang="en-US" sz="2400" dirty="0">
                <a:gradFill>
                  <a:gsLst>
                    <a:gs pos="0">
                      <a:srgbClr val="FFFFFF"/>
                    </a:gs>
                    <a:gs pos="100000">
                      <a:srgbClr val="FFFFFF"/>
                    </a:gs>
                  </a:gsLst>
                  <a:lin ang="5400000" scaled="0"/>
                </a:gradFill>
              </a:endParaRPr>
            </a:p>
          </p:txBody>
        </p:sp>
        <p:sp>
          <p:nvSpPr>
            <p:cNvPr id="26" name="Rectangle 25"/>
            <p:cNvSpPr/>
            <p:nvPr/>
          </p:nvSpPr>
          <p:spPr bwMode="auto">
            <a:xfrm>
              <a:off x="914400" y="2286000"/>
              <a:ext cx="3657600" cy="3657600"/>
            </a:xfrm>
            <a:prstGeom prst="rect">
              <a:avLst/>
            </a:prstGeom>
            <a:solidFill>
              <a:schemeClr val="accent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2400" dirty="0" smtClean="0">
                  <a:gradFill>
                    <a:gsLst>
                      <a:gs pos="0">
                        <a:srgbClr val="FFFFFF"/>
                      </a:gs>
                      <a:gs pos="100000">
                        <a:srgbClr val="FFFFFF"/>
                      </a:gs>
                    </a:gsLst>
                    <a:lin ang="5400000" scaled="0"/>
                  </a:gradFill>
                </a:rPr>
                <a:t>Side Loaded “Modern” </a:t>
              </a:r>
              <a:br>
                <a:rPr lang="en-US" sz="2400" dirty="0" smtClean="0">
                  <a:gradFill>
                    <a:gsLst>
                      <a:gs pos="0">
                        <a:srgbClr val="FFFFFF"/>
                      </a:gs>
                      <a:gs pos="100000">
                        <a:srgbClr val="FFFFFF"/>
                      </a:gs>
                    </a:gsLst>
                    <a:lin ang="5400000" scaled="0"/>
                  </a:gradFill>
                </a:rPr>
              </a:br>
              <a:r>
                <a:rPr lang="en-US" sz="2400" dirty="0" smtClean="0">
                  <a:gradFill>
                    <a:gsLst>
                      <a:gs pos="0">
                        <a:srgbClr val="FFFFFF"/>
                      </a:gs>
                      <a:gs pos="100000">
                        <a:srgbClr val="FFFFFF"/>
                      </a:gs>
                    </a:gsLst>
                    <a:lin ang="5400000" scaled="0"/>
                  </a:gradFill>
                </a:rPr>
                <a:t>app process</a:t>
              </a:r>
              <a:endParaRPr lang="en-US" sz="2400" dirty="0">
                <a:gradFill>
                  <a:gsLst>
                    <a:gs pos="0">
                      <a:srgbClr val="FFFFFF"/>
                    </a:gs>
                    <a:gs pos="100000">
                      <a:srgbClr val="FFFFFF"/>
                    </a:gs>
                  </a:gsLst>
                  <a:lin ang="5400000" scaled="0"/>
                </a:gradFill>
              </a:endParaRPr>
            </a:p>
          </p:txBody>
        </p:sp>
        <p:cxnSp>
          <p:nvCxnSpPr>
            <p:cNvPr id="28" name="Straight Arrow Connector 27"/>
            <p:cNvCxnSpPr/>
            <p:nvPr/>
          </p:nvCxnSpPr>
          <p:spPr>
            <a:xfrm flipH="1">
              <a:off x="7208837" y="3192462"/>
              <a:ext cx="916766" cy="0"/>
            </a:xfrm>
            <a:prstGeom prst="straightConnector1">
              <a:avLst/>
            </a:prstGeom>
            <a:ln>
              <a:solidFill>
                <a:schemeClr val="tx1"/>
              </a:solidFill>
              <a:headEnd type="none"/>
              <a:tailEnd type="oval" w="lg" len="lg"/>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6709638" y="2201862"/>
              <a:ext cx="1392048" cy="926407"/>
            </a:xfrm>
            <a:prstGeom prst="rect">
              <a:avLst/>
            </a:prstGeom>
            <a:noFill/>
          </p:spPr>
          <p:txBody>
            <a:bodyPr wrap="none" lIns="182880" tIns="146304" rIns="182880" bIns="146304" rtlCol="0">
              <a:spAutoFit/>
            </a:bodyPr>
            <a:lstStyle/>
            <a:p>
              <a:pPr>
                <a:lnSpc>
                  <a:spcPct val="90000"/>
                </a:lnSpc>
                <a:spcAft>
                  <a:spcPts val="600"/>
                </a:spcAft>
              </a:pPr>
              <a:r>
                <a:rPr lang="en-US" sz="2000" dirty="0" smtClean="0">
                  <a:gradFill>
                    <a:gsLst>
                      <a:gs pos="2917">
                        <a:srgbClr val="404040"/>
                      </a:gs>
                      <a:gs pos="30000">
                        <a:srgbClr val="404040"/>
                      </a:gs>
                    </a:gsLst>
                    <a:lin ang="5400000" scaled="0"/>
                  </a:gradFill>
                </a:rPr>
                <a:t>Network</a:t>
              </a:r>
            </a:p>
            <a:p>
              <a:pPr>
                <a:lnSpc>
                  <a:spcPct val="90000"/>
                </a:lnSpc>
                <a:spcAft>
                  <a:spcPts val="600"/>
                </a:spcAft>
              </a:pPr>
              <a:r>
                <a:rPr lang="en-US" sz="2000" dirty="0" smtClean="0">
                  <a:gradFill>
                    <a:gsLst>
                      <a:gs pos="2917">
                        <a:srgbClr val="404040"/>
                      </a:gs>
                      <a:gs pos="30000">
                        <a:srgbClr val="404040"/>
                      </a:gs>
                    </a:gsLst>
                    <a:lin ang="5400000" scaled="0"/>
                  </a:gradFill>
                </a:rPr>
                <a:t>Endpoint</a:t>
              </a:r>
            </a:p>
          </p:txBody>
        </p:sp>
        <p:cxnSp>
          <p:nvCxnSpPr>
            <p:cNvPr id="31" name="Straight Arrow Connector 30"/>
            <p:cNvCxnSpPr/>
            <p:nvPr/>
          </p:nvCxnSpPr>
          <p:spPr>
            <a:xfrm>
              <a:off x="4572000" y="3192462"/>
              <a:ext cx="2636837" cy="0"/>
            </a:xfrm>
            <a:prstGeom prst="straightConnector1">
              <a:avLst/>
            </a:prstGeom>
            <a:ln>
              <a:solidFill>
                <a:schemeClr val="tx1"/>
              </a:solidFill>
              <a:headEnd type="none"/>
              <a:tailEnd type="triangle" w="lg" len="lg"/>
            </a:ln>
          </p:spPr>
          <p:style>
            <a:lnRef idx="1">
              <a:schemeClr val="accent1"/>
            </a:lnRef>
            <a:fillRef idx="0">
              <a:schemeClr val="accent1"/>
            </a:fillRef>
            <a:effectRef idx="0">
              <a:schemeClr val="accent1"/>
            </a:effectRef>
            <a:fontRef idx="minor">
              <a:schemeClr val="tx1"/>
            </a:fontRef>
          </p:style>
        </p:cxnSp>
      </p:grpSp>
      <p:sp>
        <p:nvSpPr>
          <p:cNvPr id="10" name="TextBox 9"/>
          <p:cNvSpPr txBox="1"/>
          <p:nvPr/>
        </p:nvSpPr>
        <p:spPr>
          <a:xfrm>
            <a:off x="1122427" y="4411662"/>
            <a:ext cx="4425488" cy="1071062"/>
          </a:xfrm>
          <a:prstGeom prst="rect">
            <a:avLst/>
          </a:prstGeom>
          <a:noFill/>
        </p:spPr>
        <p:txBody>
          <a:bodyPr wrap="square" lIns="182880" tIns="146304" rIns="182880" bIns="146304" rtlCol="0">
            <a:spAutoFit/>
          </a:bodyPr>
          <a:lstStyle/>
          <a:p>
            <a:pPr algn="ctr">
              <a:lnSpc>
                <a:spcPct val="90000"/>
              </a:lnSpc>
              <a:spcAft>
                <a:spcPts val="600"/>
              </a:spcAft>
            </a:pPr>
            <a:r>
              <a:rPr lang="en-US" sz="2800" dirty="0" smtClean="0">
                <a:gradFill>
                  <a:gsLst>
                    <a:gs pos="2917">
                      <a:srgbClr val="404040"/>
                    </a:gs>
                    <a:gs pos="30000">
                      <a:srgbClr val="404040"/>
                    </a:gs>
                  </a:gsLst>
                  <a:lin ang="5400000" scaled="0"/>
                </a:gradFill>
                <a:latin typeface="Segoe UI Light"/>
              </a:rPr>
              <a:t>Windows Store </a:t>
            </a:r>
            <a:br>
              <a:rPr lang="en-US" sz="2800" dirty="0" smtClean="0">
                <a:gradFill>
                  <a:gsLst>
                    <a:gs pos="2917">
                      <a:srgbClr val="404040"/>
                    </a:gs>
                    <a:gs pos="30000">
                      <a:srgbClr val="404040"/>
                    </a:gs>
                  </a:gsLst>
                  <a:lin ang="5400000" scaled="0"/>
                </a:gradFill>
                <a:latin typeface="Segoe UI Light"/>
              </a:rPr>
            </a:br>
            <a:r>
              <a:rPr lang="en-US" sz="2800" dirty="0" smtClean="0">
                <a:gradFill>
                  <a:gsLst>
                    <a:gs pos="2917">
                      <a:srgbClr val="404040"/>
                    </a:gs>
                    <a:gs pos="30000">
                      <a:srgbClr val="404040"/>
                    </a:gs>
                  </a:gsLst>
                  <a:lin ang="5400000" scaled="0"/>
                </a:gradFill>
                <a:latin typeface="Segoe UI Light"/>
              </a:rPr>
              <a:t>app process</a:t>
            </a:r>
          </a:p>
        </p:txBody>
      </p:sp>
      <p:sp>
        <p:nvSpPr>
          <p:cNvPr id="11" name="Rectangle 10"/>
          <p:cNvSpPr/>
          <p:nvPr/>
        </p:nvSpPr>
        <p:spPr bwMode="auto">
          <a:xfrm>
            <a:off x="1063348" y="1599406"/>
            <a:ext cx="4543647" cy="4543647"/>
          </a:xfrm>
          <a:prstGeom prst="rect">
            <a:avLst/>
          </a:prstGeom>
          <a:noFill/>
          <a:ln w="57150">
            <a:solidFill>
              <a:schemeClr val="accent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grpSp>
        <p:nvGrpSpPr>
          <p:cNvPr id="12" name="Group 4"/>
          <p:cNvGrpSpPr>
            <a:grpSpLocks noChangeAspect="1"/>
          </p:cNvGrpSpPr>
          <p:nvPr/>
        </p:nvGrpSpPr>
        <p:grpSpPr bwMode="auto">
          <a:xfrm>
            <a:off x="2524071" y="2410841"/>
            <a:ext cx="1622200" cy="1912937"/>
            <a:chOff x="2165" y="139"/>
            <a:chExt cx="3504" cy="4132"/>
          </a:xfrm>
          <a:solidFill>
            <a:schemeClr val="accent1"/>
          </a:solidFill>
        </p:grpSpPr>
        <p:sp>
          <p:nvSpPr>
            <p:cNvPr id="13" name="Freeform 5"/>
            <p:cNvSpPr>
              <a:spLocks noEditPoints="1"/>
            </p:cNvSpPr>
            <p:nvPr/>
          </p:nvSpPr>
          <p:spPr bwMode="auto">
            <a:xfrm>
              <a:off x="2165" y="958"/>
              <a:ext cx="3504" cy="3313"/>
            </a:xfrm>
            <a:custGeom>
              <a:avLst/>
              <a:gdLst>
                <a:gd name="T0" fmla="*/ 2964 w 3504"/>
                <a:gd name="T1" fmla="*/ 0 h 3313"/>
                <a:gd name="T2" fmla="*/ 0 w 3504"/>
                <a:gd name="T3" fmla="*/ 597 h 3313"/>
                <a:gd name="T4" fmla="*/ 0 w 3504"/>
                <a:gd name="T5" fmla="*/ 2717 h 3313"/>
                <a:gd name="T6" fmla="*/ 2936 w 3504"/>
                <a:gd name="T7" fmla="*/ 3313 h 3313"/>
                <a:gd name="T8" fmla="*/ 3504 w 3504"/>
                <a:gd name="T9" fmla="*/ 3086 h 3313"/>
                <a:gd name="T10" fmla="*/ 3504 w 3504"/>
                <a:gd name="T11" fmla="*/ 199 h 3313"/>
                <a:gd name="T12" fmla="*/ 2964 w 3504"/>
                <a:gd name="T13" fmla="*/ 0 h 3313"/>
                <a:gd name="T14" fmla="*/ 1212 w 3504"/>
                <a:gd name="T15" fmla="*/ 2296 h 3313"/>
                <a:gd name="T16" fmla="*/ 630 w 3504"/>
                <a:gd name="T17" fmla="*/ 2159 h 3313"/>
                <a:gd name="T18" fmla="*/ 630 w 3504"/>
                <a:gd name="T19" fmla="*/ 1657 h 3313"/>
                <a:gd name="T20" fmla="*/ 1212 w 3504"/>
                <a:gd name="T21" fmla="*/ 1657 h 3313"/>
                <a:gd name="T22" fmla="*/ 1212 w 3504"/>
                <a:gd name="T23" fmla="*/ 2296 h 3313"/>
                <a:gd name="T24" fmla="*/ 1212 w 3504"/>
                <a:gd name="T25" fmla="*/ 1581 h 3313"/>
                <a:gd name="T26" fmla="*/ 630 w 3504"/>
                <a:gd name="T27" fmla="*/ 1581 h 3313"/>
                <a:gd name="T28" fmla="*/ 630 w 3504"/>
                <a:gd name="T29" fmla="*/ 1098 h 3313"/>
                <a:gd name="T30" fmla="*/ 1212 w 3504"/>
                <a:gd name="T31" fmla="*/ 971 h 3313"/>
                <a:gd name="T32" fmla="*/ 1212 w 3504"/>
                <a:gd name="T33" fmla="*/ 1581 h 3313"/>
                <a:gd name="T34" fmla="*/ 2225 w 3504"/>
                <a:gd name="T35" fmla="*/ 2471 h 3313"/>
                <a:gd name="T36" fmla="*/ 1298 w 3504"/>
                <a:gd name="T37" fmla="*/ 2296 h 3313"/>
                <a:gd name="T38" fmla="*/ 1298 w 3504"/>
                <a:gd name="T39" fmla="*/ 1657 h 3313"/>
                <a:gd name="T40" fmla="*/ 2225 w 3504"/>
                <a:gd name="T41" fmla="*/ 1657 h 3313"/>
                <a:gd name="T42" fmla="*/ 2225 w 3504"/>
                <a:gd name="T43" fmla="*/ 2471 h 3313"/>
                <a:gd name="T44" fmla="*/ 2225 w 3504"/>
                <a:gd name="T45" fmla="*/ 1581 h 3313"/>
                <a:gd name="T46" fmla="*/ 1298 w 3504"/>
                <a:gd name="T47" fmla="*/ 1581 h 3313"/>
                <a:gd name="T48" fmla="*/ 1298 w 3504"/>
                <a:gd name="T49" fmla="*/ 971 h 3313"/>
                <a:gd name="T50" fmla="*/ 2225 w 3504"/>
                <a:gd name="T51" fmla="*/ 776 h 3313"/>
                <a:gd name="T52" fmla="*/ 2225 w 3504"/>
                <a:gd name="T53" fmla="*/ 1581 h 3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04" h="3313">
                  <a:moveTo>
                    <a:pt x="2964" y="0"/>
                  </a:moveTo>
                  <a:lnTo>
                    <a:pt x="0" y="597"/>
                  </a:lnTo>
                  <a:lnTo>
                    <a:pt x="0" y="2717"/>
                  </a:lnTo>
                  <a:lnTo>
                    <a:pt x="2936" y="3313"/>
                  </a:lnTo>
                  <a:lnTo>
                    <a:pt x="3504" y="3086"/>
                  </a:lnTo>
                  <a:lnTo>
                    <a:pt x="3504" y="199"/>
                  </a:lnTo>
                  <a:lnTo>
                    <a:pt x="2964" y="0"/>
                  </a:lnTo>
                  <a:close/>
                  <a:moveTo>
                    <a:pt x="1212" y="2296"/>
                  </a:moveTo>
                  <a:lnTo>
                    <a:pt x="630" y="2159"/>
                  </a:lnTo>
                  <a:lnTo>
                    <a:pt x="630" y="1657"/>
                  </a:lnTo>
                  <a:lnTo>
                    <a:pt x="1212" y="1657"/>
                  </a:lnTo>
                  <a:lnTo>
                    <a:pt x="1212" y="2296"/>
                  </a:lnTo>
                  <a:close/>
                  <a:moveTo>
                    <a:pt x="1212" y="1581"/>
                  </a:moveTo>
                  <a:lnTo>
                    <a:pt x="630" y="1581"/>
                  </a:lnTo>
                  <a:lnTo>
                    <a:pt x="630" y="1098"/>
                  </a:lnTo>
                  <a:lnTo>
                    <a:pt x="1212" y="971"/>
                  </a:lnTo>
                  <a:lnTo>
                    <a:pt x="1212" y="1581"/>
                  </a:lnTo>
                  <a:close/>
                  <a:moveTo>
                    <a:pt x="2225" y="2471"/>
                  </a:moveTo>
                  <a:lnTo>
                    <a:pt x="1298" y="2296"/>
                  </a:lnTo>
                  <a:lnTo>
                    <a:pt x="1298" y="1657"/>
                  </a:lnTo>
                  <a:lnTo>
                    <a:pt x="2225" y="1657"/>
                  </a:lnTo>
                  <a:lnTo>
                    <a:pt x="2225" y="2471"/>
                  </a:lnTo>
                  <a:close/>
                  <a:moveTo>
                    <a:pt x="2225" y="1581"/>
                  </a:moveTo>
                  <a:lnTo>
                    <a:pt x="1298" y="1581"/>
                  </a:lnTo>
                  <a:lnTo>
                    <a:pt x="1298" y="971"/>
                  </a:lnTo>
                  <a:lnTo>
                    <a:pt x="2225" y="776"/>
                  </a:lnTo>
                  <a:lnTo>
                    <a:pt x="2225" y="15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4" name="Freeform 6"/>
            <p:cNvSpPr>
              <a:spLocks/>
            </p:cNvSpPr>
            <p:nvPr/>
          </p:nvSpPr>
          <p:spPr bwMode="auto">
            <a:xfrm>
              <a:off x="2947" y="139"/>
              <a:ext cx="1150" cy="1117"/>
            </a:xfrm>
            <a:custGeom>
              <a:avLst/>
              <a:gdLst>
                <a:gd name="T0" fmla="*/ 46 w 486"/>
                <a:gd name="T1" fmla="*/ 458 h 472"/>
                <a:gd name="T2" fmla="*/ 46 w 486"/>
                <a:gd name="T3" fmla="*/ 254 h 472"/>
                <a:gd name="T4" fmla="*/ 253 w 486"/>
                <a:gd name="T5" fmla="*/ 46 h 472"/>
                <a:gd name="T6" fmla="*/ 446 w 486"/>
                <a:gd name="T7" fmla="*/ 210 h 472"/>
                <a:gd name="T8" fmla="*/ 446 w 486"/>
                <a:gd name="T9" fmla="*/ 380 h 472"/>
                <a:gd name="T10" fmla="*/ 486 w 486"/>
                <a:gd name="T11" fmla="*/ 376 h 472"/>
                <a:gd name="T12" fmla="*/ 486 w 486"/>
                <a:gd name="T13" fmla="*/ 196 h 472"/>
                <a:gd name="T14" fmla="*/ 243 w 486"/>
                <a:gd name="T15" fmla="*/ 0 h 472"/>
                <a:gd name="T16" fmla="*/ 0 w 486"/>
                <a:gd name="T17" fmla="*/ 252 h 472"/>
                <a:gd name="T18" fmla="*/ 0 w 486"/>
                <a:gd name="T19" fmla="*/ 472 h 472"/>
                <a:gd name="T20" fmla="*/ 46 w 486"/>
                <a:gd name="T21" fmla="*/ 458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86" h="472">
                  <a:moveTo>
                    <a:pt x="46" y="458"/>
                  </a:moveTo>
                  <a:cubicBezTo>
                    <a:pt x="46" y="254"/>
                    <a:pt x="46" y="254"/>
                    <a:pt x="46" y="254"/>
                  </a:cubicBezTo>
                  <a:cubicBezTo>
                    <a:pt x="46" y="254"/>
                    <a:pt x="81" y="46"/>
                    <a:pt x="253" y="46"/>
                  </a:cubicBezTo>
                  <a:cubicBezTo>
                    <a:pt x="427" y="46"/>
                    <a:pt x="446" y="210"/>
                    <a:pt x="446" y="210"/>
                  </a:cubicBezTo>
                  <a:cubicBezTo>
                    <a:pt x="446" y="380"/>
                    <a:pt x="446" y="380"/>
                    <a:pt x="446" y="380"/>
                  </a:cubicBezTo>
                  <a:cubicBezTo>
                    <a:pt x="486" y="376"/>
                    <a:pt x="486" y="376"/>
                    <a:pt x="486" y="376"/>
                  </a:cubicBezTo>
                  <a:cubicBezTo>
                    <a:pt x="486" y="196"/>
                    <a:pt x="486" y="196"/>
                    <a:pt x="486" y="196"/>
                  </a:cubicBezTo>
                  <a:cubicBezTo>
                    <a:pt x="486" y="196"/>
                    <a:pt x="465" y="0"/>
                    <a:pt x="243" y="0"/>
                  </a:cubicBezTo>
                  <a:cubicBezTo>
                    <a:pt x="45" y="0"/>
                    <a:pt x="0" y="252"/>
                    <a:pt x="0" y="252"/>
                  </a:cubicBezTo>
                  <a:cubicBezTo>
                    <a:pt x="0" y="472"/>
                    <a:pt x="0" y="472"/>
                    <a:pt x="0" y="472"/>
                  </a:cubicBezTo>
                  <a:lnTo>
                    <a:pt x="46" y="4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5" name="Freeform 7"/>
            <p:cNvSpPr>
              <a:spLocks/>
            </p:cNvSpPr>
            <p:nvPr/>
          </p:nvSpPr>
          <p:spPr bwMode="auto">
            <a:xfrm>
              <a:off x="3583" y="464"/>
              <a:ext cx="344" cy="653"/>
            </a:xfrm>
            <a:custGeom>
              <a:avLst/>
              <a:gdLst>
                <a:gd name="T0" fmla="*/ 36 w 145"/>
                <a:gd name="T1" fmla="*/ 274 h 276"/>
                <a:gd name="T2" fmla="*/ 36 w 145"/>
                <a:gd name="T3" fmla="*/ 159 h 276"/>
                <a:gd name="T4" fmla="*/ 145 w 145"/>
                <a:gd name="T5" fmla="*/ 29 h 276"/>
                <a:gd name="T6" fmla="*/ 129 w 145"/>
                <a:gd name="T7" fmla="*/ 0 h 276"/>
                <a:gd name="T8" fmla="*/ 0 w 145"/>
                <a:gd name="T9" fmla="*/ 141 h 276"/>
                <a:gd name="T10" fmla="*/ 0 w 145"/>
                <a:gd name="T11" fmla="*/ 276 h 276"/>
                <a:gd name="T12" fmla="*/ 36 w 145"/>
                <a:gd name="T13" fmla="*/ 274 h 276"/>
              </a:gdLst>
              <a:ahLst/>
              <a:cxnLst>
                <a:cxn ang="0">
                  <a:pos x="T0" y="T1"/>
                </a:cxn>
                <a:cxn ang="0">
                  <a:pos x="T2" y="T3"/>
                </a:cxn>
                <a:cxn ang="0">
                  <a:pos x="T4" y="T5"/>
                </a:cxn>
                <a:cxn ang="0">
                  <a:pos x="T6" y="T7"/>
                </a:cxn>
                <a:cxn ang="0">
                  <a:pos x="T8" y="T9"/>
                </a:cxn>
                <a:cxn ang="0">
                  <a:pos x="T10" y="T11"/>
                </a:cxn>
                <a:cxn ang="0">
                  <a:pos x="T12" y="T13"/>
                </a:cxn>
              </a:cxnLst>
              <a:rect l="0" t="0" r="r" b="b"/>
              <a:pathLst>
                <a:path w="145" h="276">
                  <a:moveTo>
                    <a:pt x="36" y="274"/>
                  </a:moveTo>
                  <a:cubicBezTo>
                    <a:pt x="36" y="159"/>
                    <a:pt x="36" y="159"/>
                    <a:pt x="36" y="159"/>
                  </a:cubicBezTo>
                  <a:cubicBezTo>
                    <a:pt x="36" y="159"/>
                    <a:pt x="47" y="75"/>
                    <a:pt x="145" y="29"/>
                  </a:cubicBezTo>
                  <a:cubicBezTo>
                    <a:pt x="129" y="0"/>
                    <a:pt x="129" y="0"/>
                    <a:pt x="129" y="0"/>
                  </a:cubicBezTo>
                  <a:cubicBezTo>
                    <a:pt x="129" y="0"/>
                    <a:pt x="0" y="52"/>
                    <a:pt x="0" y="141"/>
                  </a:cubicBezTo>
                  <a:cubicBezTo>
                    <a:pt x="0" y="230"/>
                    <a:pt x="0" y="276"/>
                    <a:pt x="0" y="276"/>
                  </a:cubicBezTo>
                  <a:lnTo>
                    <a:pt x="36" y="2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6" name="Freeform 8"/>
            <p:cNvSpPr>
              <a:spLocks/>
            </p:cNvSpPr>
            <p:nvPr/>
          </p:nvSpPr>
          <p:spPr bwMode="auto">
            <a:xfrm>
              <a:off x="4087" y="421"/>
              <a:ext cx="438" cy="544"/>
            </a:xfrm>
            <a:custGeom>
              <a:avLst/>
              <a:gdLst>
                <a:gd name="T0" fmla="*/ 17 w 185"/>
                <a:gd name="T1" fmla="*/ 37 h 230"/>
                <a:gd name="T2" fmla="*/ 151 w 185"/>
                <a:gd name="T3" fmla="*/ 145 h 230"/>
                <a:gd name="T4" fmla="*/ 151 w 185"/>
                <a:gd name="T5" fmla="*/ 227 h 230"/>
                <a:gd name="T6" fmla="*/ 185 w 185"/>
                <a:gd name="T7" fmla="*/ 223 h 230"/>
                <a:gd name="T8" fmla="*/ 185 w 185"/>
                <a:gd name="T9" fmla="*/ 132 h 230"/>
                <a:gd name="T10" fmla="*/ 17 w 185"/>
                <a:gd name="T11" fmla="*/ 2 h 230"/>
                <a:gd name="T12" fmla="*/ 0 w 185"/>
                <a:gd name="T13" fmla="*/ 2 h 230"/>
                <a:gd name="T14" fmla="*/ 17 w 185"/>
                <a:gd name="T15" fmla="*/ 37 h 2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5" h="230">
                  <a:moveTo>
                    <a:pt x="17" y="37"/>
                  </a:moveTo>
                  <a:cubicBezTo>
                    <a:pt x="17" y="37"/>
                    <a:pt x="151" y="60"/>
                    <a:pt x="151" y="145"/>
                  </a:cubicBezTo>
                  <a:cubicBezTo>
                    <a:pt x="152" y="230"/>
                    <a:pt x="151" y="227"/>
                    <a:pt x="151" y="227"/>
                  </a:cubicBezTo>
                  <a:cubicBezTo>
                    <a:pt x="185" y="223"/>
                    <a:pt x="185" y="223"/>
                    <a:pt x="185" y="223"/>
                  </a:cubicBezTo>
                  <a:cubicBezTo>
                    <a:pt x="185" y="132"/>
                    <a:pt x="185" y="132"/>
                    <a:pt x="185" y="132"/>
                  </a:cubicBezTo>
                  <a:cubicBezTo>
                    <a:pt x="185" y="132"/>
                    <a:pt x="175" y="32"/>
                    <a:pt x="17" y="2"/>
                  </a:cubicBezTo>
                  <a:cubicBezTo>
                    <a:pt x="3" y="0"/>
                    <a:pt x="0" y="2"/>
                    <a:pt x="0" y="2"/>
                  </a:cubicBezTo>
                  <a:lnTo>
                    <a:pt x="17"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sp>
        <p:nvSpPr>
          <p:cNvPr id="17" name="TextBox 16"/>
          <p:cNvSpPr txBox="1"/>
          <p:nvPr/>
        </p:nvSpPr>
        <p:spPr>
          <a:xfrm>
            <a:off x="6947639" y="4411662"/>
            <a:ext cx="4425488" cy="683264"/>
          </a:xfrm>
          <a:prstGeom prst="rect">
            <a:avLst/>
          </a:prstGeom>
          <a:noFill/>
        </p:spPr>
        <p:txBody>
          <a:bodyPr wrap="square" lIns="182880" tIns="146304" rIns="182880" bIns="146304" rtlCol="0">
            <a:spAutoFit/>
          </a:bodyPr>
          <a:lstStyle/>
          <a:p>
            <a:pPr algn="ctr">
              <a:lnSpc>
                <a:spcPct val="90000"/>
              </a:lnSpc>
              <a:spcAft>
                <a:spcPts val="600"/>
              </a:spcAft>
            </a:pPr>
            <a:r>
              <a:rPr lang="en-US" sz="2800" dirty="0" smtClean="0">
                <a:gradFill>
                  <a:gsLst>
                    <a:gs pos="2917">
                      <a:srgbClr val="404040"/>
                    </a:gs>
                    <a:gs pos="30000">
                      <a:srgbClr val="404040"/>
                    </a:gs>
                  </a:gsLst>
                  <a:lin ang="5400000" scaled="0"/>
                </a:gradFill>
                <a:latin typeface="Segoe UI Light"/>
              </a:rPr>
              <a:t>Local service application</a:t>
            </a:r>
          </a:p>
        </p:txBody>
      </p:sp>
      <p:grpSp>
        <p:nvGrpSpPr>
          <p:cNvPr id="23" name="Group 22"/>
          <p:cNvGrpSpPr/>
          <p:nvPr/>
        </p:nvGrpSpPr>
        <p:grpSpPr>
          <a:xfrm>
            <a:off x="4135638" y="3224361"/>
            <a:ext cx="2224366" cy="167640"/>
            <a:chOff x="2888654" y="3413760"/>
            <a:chExt cx="2224366" cy="167640"/>
          </a:xfrm>
        </p:grpSpPr>
        <p:cxnSp>
          <p:nvCxnSpPr>
            <p:cNvPr id="24" name="Straight Connector 23"/>
            <p:cNvCxnSpPr/>
            <p:nvPr/>
          </p:nvCxnSpPr>
          <p:spPr>
            <a:xfrm>
              <a:off x="2888654" y="3497262"/>
              <a:ext cx="2142069" cy="0"/>
            </a:xfrm>
            <a:prstGeom prst="line">
              <a:avLst/>
            </a:prstGeom>
            <a:ln w="571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5" name="Oval 24"/>
            <p:cNvSpPr/>
            <p:nvPr/>
          </p:nvSpPr>
          <p:spPr bwMode="auto">
            <a:xfrm>
              <a:off x="4945380" y="3413760"/>
              <a:ext cx="167640" cy="16764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grpSp>
      <p:cxnSp>
        <p:nvCxnSpPr>
          <p:cNvPr id="30" name="Straight Connector 29"/>
          <p:cNvCxnSpPr/>
          <p:nvPr/>
        </p:nvCxnSpPr>
        <p:spPr>
          <a:xfrm flipH="1">
            <a:off x="6294437" y="3307863"/>
            <a:ext cx="2408851" cy="0"/>
          </a:xfrm>
          <a:prstGeom prst="line">
            <a:avLst/>
          </a:prstGeom>
          <a:ln w="571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4499531" y="2683443"/>
            <a:ext cx="4425488" cy="544765"/>
          </a:xfrm>
          <a:prstGeom prst="rect">
            <a:avLst/>
          </a:prstGeom>
          <a:noFill/>
        </p:spPr>
        <p:txBody>
          <a:bodyPr wrap="square" lIns="182880" tIns="146304" rIns="182880" bIns="146304" rtlCol="0">
            <a:spAutoFit/>
          </a:bodyPr>
          <a:lstStyle/>
          <a:p>
            <a:pPr algn="ctr">
              <a:lnSpc>
                <a:spcPct val="90000"/>
              </a:lnSpc>
              <a:spcAft>
                <a:spcPts val="600"/>
              </a:spcAft>
            </a:pPr>
            <a:r>
              <a:rPr lang="en-US" dirty="0" smtClean="0">
                <a:gradFill>
                  <a:gsLst>
                    <a:gs pos="70796">
                      <a:srgbClr val="00188F"/>
                    </a:gs>
                    <a:gs pos="30000">
                      <a:srgbClr val="00188F"/>
                    </a:gs>
                  </a:gsLst>
                  <a:lin ang="5400000" scaled="0"/>
                </a:gradFill>
              </a:rPr>
              <a:t>Network endpoint</a:t>
            </a:r>
          </a:p>
        </p:txBody>
      </p:sp>
      <p:grpSp>
        <p:nvGrpSpPr>
          <p:cNvPr id="32" name="Group 31"/>
          <p:cNvGrpSpPr/>
          <p:nvPr/>
        </p:nvGrpSpPr>
        <p:grpSpPr>
          <a:xfrm>
            <a:off x="8702399" y="2428480"/>
            <a:ext cx="1164535" cy="1537122"/>
            <a:chOff x="8702399" y="2428480"/>
            <a:chExt cx="1164535" cy="1537122"/>
          </a:xfrm>
        </p:grpSpPr>
        <p:sp>
          <p:nvSpPr>
            <p:cNvPr id="34" name="Freeform 73"/>
            <p:cNvSpPr>
              <a:spLocks noChangeAspect="1"/>
            </p:cNvSpPr>
            <p:nvPr/>
          </p:nvSpPr>
          <p:spPr bwMode="auto">
            <a:xfrm flipH="1">
              <a:off x="8955182" y="2774740"/>
              <a:ext cx="671721" cy="817746"/>
            </a:xfrm>
            <a:custGeom>
              <a:avLst/>
              <a:gdLst>
                <a:gd name="T0" fmla="*/ 511 w 662"/>
                <a:gd name="T1" fmla="*/ 184 h 806"/>
                <a:gd name="T2" fmla="*/ 435 w 662"/>
                <a:gd name="T3" fmla="*/ 124 h 806"/>
                <a:gd name="T4" fmla="*/ 435 w 662"/>
                <a:gd name="T5" fmla="*/ 0 h 806"/>
                <a:gd name="T6" fmla="*/ 364 w 662"/>
                <a:gd name="T7" fmla="*/ 140 h 806"/>
                <a:gd name="T8" fmla="*/ 375 w 662"/>
                <a:gd name="T9" fmla="*/ 247 h 806"/>
                <a:gd name="T10" fmla="*/ 305 w 662"/>
                <a:gd name="T11" fmla="*/ 360 h 806"/>
                <a:gd name="T12" fmla="*/ 19 w 662"/>
                <a:gd name="T13" fmla="*/ 712 h 806"/>
                <a:gd name="T14" fmla="*/ 24 w 662"/>
                <a:gd name="T15" fmla="*/ 787 h 806"/>
                <a:gd name="T16" fmla="*/ 97 w 662"/>
                <a:gd name="T17" fmla="*/ 782 h 806"/>
                <a:gd name="T18" fmla="*/ 455 w 662"/>
                <a:gd name="T19" fmla="*/ 338 h 806"/>
                <a:gd name="T20" fmla="*/ 555 w 662"/>
                <a:gd name="T21" fmla="*/ 275 h 806"/>
                <a:gd name="T22" fmla="*/ 662 w 662"/>
                <a:gd name="T23" fmla="*/ 130 h 806"/>
                <a:gd name="T24" fmla="*/ 589 w 662"/>
                <a:gd name="T25" fmla="*/ 0 h 806"/>
                <a:gd name="T26" fmla="*/ 589 w 662"/>
                <a:gd name="T27" fmla="*/ 122 h 806"/>
                <a:gd name="T28" fmla="*/ 511 w 662"/>
                <a:gd name="T29" fmla="*/ 184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2" h="806">
                  <a:moveTo>
                    <a:pt x="511" y="184"/>
                  </a:moveTo>
                  <a:cubicBezTo>
                    <a:pt x="435" y="124"/>
                    <a:pt x="435" y="124"/>
                    <a:pt x="435" y="124"/>
                  </a:cubicBezTo>
                  <a:cubicBezTo>
                    <a:pt x="435" y="0"/>
                    <a:pt x="435" y="0"/>
                    <a:pt x="435" y="0"/>
                  </a:cubicBezTo>
                  <a:cubicBezTo>
                    <a:pt x="403" y="16"/>
                    <a:pt x="350" y="68"/>
                    <a:pt x="364" y="140"/>
                  </a:cubicBezTo>
                  <a:cubicBezTo>
                    <a:pt x="365" y="162"/>
                    <a:pt x="382" y="217"/>
                    <a:pt x="375" y="247"/>
                  </a:cubicBezTo>
                  <a:cubicBezTo>
                    <a:pt x="365" y="287"/>
                    <a:pt x="362" y="288"/>
                    <a:pt x="305" y="360"/>
                  </a:cubicBezTo>
                  <a:cubicBezTo>
                    <a:pt x="19" y="712"/>
                    <a:pt x="19" y="712"/>
                    <a:pt x="19" y="712"/>
                  </a:cubicBezTo>
                  <a:cubicBezTo>
                    <a:pt x="0" y="734"/>
                    <a:pt x="2" y="767"/>
                    <a:pt x="24" y="787"/>
                  </a:cubicBezTo>
                  <a:cubicBezTo>
                    <a:pt x="45" y="806"/>
                    <a:pt x="78" y="804"/>
                    <a:pt x="97" y="782"/>
                  </a:cubicBezTo>
                  <a:cubicBezTo>
                    <a:pt x="455" y="338"/>
                    <a:pt x="455" y="338"/>
                    <a:pt x="455" y="338"/>
                  </a:cubicBezTo>
                  <a:cubicBezTo>
                    <a:pt x="477" y="310"/>
                    <a:pt x="519" y="285"/>
                    <a:pt x="555" y="275"/>
                  </a:cubicBezTo>
                  <a:cubicBezTo>
                    <a:pt x="617" y="256"/>
                    <a:pt x="662" y="198"/>
                    <a:pt x="662" y="130"/>
                  </a:cubicBezTo>
                  <a:cubicBezTo>
                    <a:pt x="662" y="74"/>
                    <a:pt x="631" y="22"/>
                    <a:pt x="589" y="0"/>
                  </a:cubicBezTo>
                  <a:cubicBezTo>
                    <a:pt x="589" y="122"/>
                    <a:pt x="589" y="122"/>
                    <a:pt x="589" y="122"/>
                  </a:cubicBezTo>
                  <a:lnTo>
                    <a:pt x="511" y="184"/>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defTabSz="914363"/>
              <a:endParaRPr lang="en-US" sz="1700">
                <a:solidFill>
                  <a:srgbClr val="FFFFFF"/>
                </a:solidFill>
              </a:endParaRPr>
            </a:p>
          </p:txBody>
        </p:sp>
        <p:sp>
          <p:nvSpPr>
            <p:cNvPr id="35" name="Rounded Rectangle 34"/>
            <p:cNvSpPr/>
            <p:nvPr/>
          </p:nvSpPr>
          <p:spPr bwMode="auto">
            <a:xfrm>
              <a:off x="8702399" y="2428480"/>
              <a:ext cx="1164535" cy="1537122"/>
            </a:xfrm>
            <a:prstGeom prst="roundRect">
              <a:avLst/>
            </a:prstGeom>
            <a:no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3406738241"/>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p:txBody>
          <a:bodyPr/>
          <a:lstStyle/>
          <a:p>
            <a:r>
              <a:rPr lang="en-US" dirty="0" smtClean="0"/>
              <a:t>CheckNetIsolation.exe</a:t>
            </a:r>
          </a:p>
          <a:p>
            <a:r>
              <a:rPr lang="en-US" dirty="0" err="1" smtClean="0"/>
              <a:t>NetworkIsolationSetAppContainerConfig</a:t>
            </a:r>
            <a:r>
              <a:rPr lang="en-US" dirty="0" smtClean="0"/>
              <a:t> function</a:t>
            </a:r>
          </a:p>
          <a:p>
            <a:r>
              <a:rPr lang="en-US" dirty="0" smtClean="0"/>
              <a:t>loopback.codeplex.com</a:t>
            </a:r>
          </a:p>
        </p:txBody>
      </p:sp>
      <p:sp>
        <p:nvSpPr>
          <p:cNvPr id="17" name="Title 16"/>
          <p:cNvSpPr>
            <a:spLocks noGrp="1"/>
          </p:cNvSpPr>
          <p:nvPr>
            <p:ph type="title"/>
          </p:nvPr>
        </p:nvSpPr>
        <p:spPr/>
        <p:txBody>
          <a:bodyPr/>
          <a:lstStyle/>
          <a:p>
            <a:r>
              <a:rPr lang="en-US" smtClean="0"/>
              <a:t>Mechanisms to disable the firewall</a:t>
            </a:r>
            <a:endParaRPr lang="en-US" dirty="0"/>
          </a:p>
        </p:txBody>
      </p:sp>
    </p:spTree>
    <p:extLst>
      <p:ext uri="{BB962C8B-B14F-4D97-AF65-F5344CB8AC3E}">
        <p14:creationId xmlns:p14="http://schemas.microsoft.com/office/powerpoint/2010/main" val="1225651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5"/>
          </p:nvPr>
        </p:nvSpPr>
        <p:spPr/>
        <p:txBody>
          <a:bodyPr/>
          <a:lstStyle/>
          <a:p>
            <a:r>
              <a:rPr lang="en-US" smtClean="0"/>
              <a:t>CheckNetIsolation.exe</a:t>
            </a:r>
          </a:p>
          <a:p>
            <a:r>
              <a:rPr lang="en-US" smtClean="0"/>
              <a:t>Inter-process Communication via WCF</a:t>
            </a:r>
          </a:p>
          <a:p>
            <a:r>
              <a:rPr lang="en-US" smtClean="0"/>
              <a:t>Inter-process Communication with ASP.NET Web API &amp; SignalR</a:t>
            </a:r>
            <a:endParaRPr lang="en-US" dirty="0"/>
          </a:p>
        </p:txBody>
      </p:sp>
      <p:sp>
        <p:nvSpPr>
          <p:cNvPr id="4" name="Title 3"/>
          <p:cNvSpPr>
            <a:spLocks noGrp="1"/>
          </p:cNvSpPr>
          <p:nvPr>
            <p:ph type="ctrTitle"/>
          </p:nvPr>
        </p:nvSpPr>
        <p:spPr>
          <a:solidFill>
            <a:schemeClr val="accent3"/>
          </a:solidFill>
        </p:spPr>
        <p:txBody>
          <a:bodyPr/>
          <a:lstStyle/>
          <a:p>
            <a:r>
              <a:rPr lang="en-US" smtClean="0"/>
              <a:t>Demos</a:t>
            </a:r>
            <a:endParaRPr lang="en-US" dirty="0"/>
          </a:p>
        </p:txBody>
      </p:sp>
    </p:spTree>
    <p:extLst>
      <p:ext uri="{BB962C8B-B14F-4D97-AF65-F5344CB8AC3E}">
        <p14:creationId xmlns:p14="http://schemas.microsoft.com/office/powerpoint/2010/main" val="1650733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Access the </a:t>
            </a:r>
            <a:r>
              <a:rPr lang="en-US" dirty="0"/>
              <a:t>full power of Windows </a:t>
            </a:r>
            <a:r>
              <a:rPr lang="en-US" dirty="0" smtClean="0"/>
              <a:t>from using Brokered WinRT Components.</a:t>
            </a:r>
            <a:endParaRPr lang="en-US" dirty="0"/>
          </a:p>
        </p:txBody>
      </p:sp>
    </p:spTree>
    <p:extLst>
      <p:ext uri="{BB962C8B-B14F-4D97-AF65-F5344CB8AC3E}">
        <p14:creationId xmlns:p14="http://schemas.microsoft.com/office/powerpoint/2010/main" val="2859010880"/>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Brokered WinRT Components get activated in a separate process outside of app container. </a:t>
            </a:r>
            <a:br>
              <a:rPr lang="en-US" dirty="0" smtClean="0"/>
            </a:br>
            <a:endParaRPr lang="en-US" dirty="0"/>
          </a:p>
        </p:txBody>
      </p:sp>
    </p:spTree>
    <p:extLst>
      <p:ext uri="{BB962C8B-B14F-4D97-AF65-F5344CB8AC3E}">
        <p14:creationId xmlns:p14="http://schemas.microsoft.com/office/powerpoint/2010/main" val="2144863749"/>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WinRT Components in Desktop Process</a:t>
            </a:r>
            <a:endParaRPr lang="en-US" dirty="0"/>
          </a:p>
        </p:txBody>
      </p:sp>
      <p:grpSp>
        <p:nvGrpSpPr>
          <p:cNvPr id="24" name="Group 23"/>
          <p:cNvGrpSpPr/>
          <p:nvPr/>
        </p:nvGrpSpPr>
        <p:grpSpPr>
          <a:xfrm>
            <a:off x="457201" y="1657350"/>
            <a:ext cx="4629150" cy="4629150"/>
            <a:chOff x="274638" y="1251067"/>
            <a:chExt cx="4978283" cy="4978283"/>
          </a:xfrm>
        </p:grpSpPr>
        <p:sp>
          <p:nvSpPr>
            <p:cNvPr id="9" name="Rectangle 8"/>
            <p:cNvSpPr/>
            <p:nvPr/>
          </p:nvSpPr>
          <p:spPr bwMode="auto">
            <a:xfrm>
              <a:off x="274638" y="1251067"/>
              <a:ext cx="4978283" cy="497828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14" name="TextBox 13"/>
            <p:cNvSpPr txBox="1"/>
            <p:nvPr/>
          </p:nvSpPr>
          <p:spPr>
            <a:xfrm>
              <a:off x="354404" y="3791672"/>
              <a:ext cx="4818752" cy="743981"/>
            </a:xfrm>
            <a:prstGeom prst="rect">
              <a:avLst/>
            </a:prstGeom>
            <a:noFill/>
          </p:spPr>
          <p:txBody>
            <a:bodyPr wrap="square" lIns="182880" tIns="146304" rIns="182880" bIns="146304" rtlCol="0">
              <a:spAutoFit/>
            </a:bodyPr>
            <a:lstStyle/>
            <a:p>
              <a:pPr algn="ctr" fontAlgn="base">
                <a:lnSpc>
                  <a:spcPct val="90000"/>
                </a:lnSpc>
                <a:spcBef>
                  <a:spcPct val="0"/>
                </a:spcBef>
                <a:spcAft>
                  <a:spcPts val="600"/>
                </a:spcAft>
              </a:pPr>
              <a:r>
                <a:rPr lang="en-US" sz="2800" dirty="0">
                  <a:gradFill>
                    <a:gsLst>
                      <a:gs pos="17699">
                        <a:srgbClr val="FFFFFF"/>
                      </a:gs>
                      <a:gs pos="39000">
                        <a:srgbClr val="FFFFFF"/>
                      </a:gs>
                    </a:gsLst>
                    <a:lin ang="5400000" scaled="0"/>
                  </a:gradFill>
                  <a:latin typeface="Segoe UI Light"/>
                </a:rPr>
                <a:t>Side Loaded </a:t>
              </a:r>
              <a:r>
                <a:rPr lang="en-US" sz="2800" dirty="0" err="1">
                  <a:gradFill>
                    <a:gsLst>
                      <a:gs pos="17699">
                        <a:srgbClr val="FFFFFF"/>
                      </a:gs>
                      <a:gs pos="39000">
                        <a:srgbClr val="FFFFFF"/>
                      </a:gs>
                    </a:gsLst>
                    <a:lin ang="5400000" scaled="0"/>
                  </a:gradFill>
                  <a:latin typeface="Segoe UI Light"/>
                </a:rPr>
                <a:t>WinRT</a:t>
              </a:r>
              <a:r>
                <a:rPr lang="en-US" sz="2800" dirty="0">
                  <a:gradFill>
                    <a:gsLst>
                      <a:gs pos="17699">
                        <a:srgbClr val="FFFFFF"/>
                      </a:gs>
                      <a:gs pos="39000">
                        <a:srgbClr val="FFFFFF"/>
                      </a:gs>
                    </a:gsLst>
                    <a:lin ang="5400000" scaled="0"/>
                  </a:gradFill>
                  <a:latin typeface="Segoe UI Light"/>
                </a:rPr>
                <a:t> app</a:t>
              </a:r>
            </a:p>
          </p:txBody>
        </p:sp>
        <p:sp>
          <p:nvSpPr>
            <p:cNvPr id="15" name="TextBox 14"/>
            <p:cNvSpPr txBox="1"/>
            <p:nvPr/>
          </p:nvSpPr>
          <p:spPr>
            <a:xfrm>
              <a:off x="354404" y="2325268"/>
              <a:ext cx="4818752" cy="1129377"/>
            </a:xfrm>
            <a:prstGeom prst="rect">
              <a:avLst/>
            </a:prstGeom>
            <a:noFill/>
          </p:spPr>
          <p:txBody>
            <a:bodyPr wrap="square" lIns="182880" tIns="146304" rIns="182880" bIns="146304" rtlCol="0">
              <a:spAutoFit/>
            </a:bodyPr>
            <a:lstStyle/>
            <a:p>
              <a:pPr>
                <a:lnSpc>
                  <a:spcPct val="90000"/>
                </a:lnSpc>
                <a:spcAft>
                  <a:spcPts val="600"/>
                </a:spcAft>
              </a:pPr>
              <a:r>
                <a:rPr lang="en-US" sz="2400" dirty="0">
                  <a:gradFill>
                    <a:gsLst>
                      <a:gs pos="17699">
                        <a:srgbClr val="FFFFFF"/>
                      </a:gs>
                      <a:gs pos="39000">
                        <a:srgbClr val="FFFFFF"/>
                      </a:gs>
                    </a:gsLst>
                    <a:lin ang="5400000" scaled="0"/>
                  </a:gradFill>
                  <a:latin typeface="Consolas" panose="020B0609020204030204" pitchFamily="49" charset="0"/>
                  <a:cs typeface="Consolas" panose="020B0609020204030204" pitchFamily="49" charset="0"/>
                </a:rPr>
                <a:t>new </a:t>
              </a:r>
              <a:r>
                <a:rPr lang="en-US" sz="2400" dirty="0" err="1">
                  <a:gradFill>
                    <a:gsLst>
                      <a:gs pos="17699">
                        <a:srgbClr val="FFFFFF"/>
                      </a:gs>
                      <a:gs pos="39000">
                        <a:srgbClr val="FFFFFF"/>
                      </a:gs>
                    </a:gsLst>
                    <a:lin ang="5400000" scaled="0"/>
                  </a:gradFill>
                  <a:latin typeface="Consolas" panose="020B0609020204030204" pitchFamily="49" charset="0"/>
                  <a:cs typeface="Consolas" panose="020B0609020204030204" pitchFamily="49" charset="0"/>
                </a:rPr>
                <a:t>NWindRT.DAL</a:t>
              </a:r>
              <a:endParaRPr lang="en-US" sz="2400" dirty="0">
                <a:gradFill>
                  <a:gsLst>
                    <a:gs pos="17699">
                      <a:srgbClr val="FFFFFF"/>
                    </a:gs>
                    <a:gs pos="39000">
                      <a:srgbClr val="FFFFFF"/>
                    </a:gs>
                  </a:gsLst>
                  <a:lin ang="5400000" scaled="0"/>
                </a:gradFill>
                <a:latin typeface="Consolas" panose="020B0609020204030204" pitchFamily="49" charset="0"/>
                <a:cs typeface="Consolas" panose="020B0609020204030204" pitchFamily="49" charset="0"/>
              </a:endParaRPr>
            </a:p>
            <a:p>
              <a:pPr>
                <a:lnSpc>
                  <a:spcPct val="90000"/>
                </a:lnSpc>
                <a:spcAft>
                  <a:spcPts val="600"/>
                </a:spcAft>
              </a:pPr>
              <a:r>
                <a:rPr lang="en-US" sz="2400" dirty="0">
                  <a:gradFill>
                    <a:gsLst>
                      <a:gs pos="17699">
                        <a:srgbClr val="FFFFFF"/>
                      </a:gs>
                      <a:gs pos="39000">
                        <a:srgbClr val="FFFFFF"/>
                      </a:gs>
                    </a:gsLst>
                    <a:lin ang="5400000" scaled="0"/>
                  </a:gradFill>
                  <a:latin typeface="Consolas" panose="020B0609020204030204" pitchFamily="49" charset="0"/>
                  <a:cs typeface="Consolas" panose="020B0609020204030204" pitchFamily="49" charset="0"/>
                </a:rPr>
                <a:t>    .Connection();</a:t>
              </a:r>
            </a:p>
          </p:txBody>
        </p:sp>
      </p:grpSp>
      <p:sp>
        <p:nvSpPr>
          <p:cNvPr id="18" name="Rectangle 17"/>
          <p:cNvSpPr/>
          <p:nvPr/>
        </p:nvSpPr>
        <p:spPr bwMode="auto">
          <a:xfrm>
            <a:off x="7377229" y="1657350"/>
            <a:ext cx="4629150" cy="4629150"/>
          </a:xfrm>
          <a:prstGeom prst="rect">
            <a:avLst/>
          </a:prstGeom>
          <a:solidFill>
            <a:schemeClr val="accent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2000" dirty="0">
                <a:gradFill>
                  <a:gsLst>
                    <a:gs pos="28319">
                      <a:srgbClr val="00188F"/>
                    </a:gs>
                    <a:gs pos="62000">
                      <a:srgbClr val="00188F"/>
                    </a:gs>
                  </a:gsLst>
                  <a:lin ang="5400000" scaled="0"/>
                </a:gradFill>
              </a:rPr>
              <a:t>System provided </a:t>
            </a:r>
            <a:r>
              <a:rPr lang="en-US" sz="2000" dirty="0" smtClean="0">
                <a:gradFill>
                  <a:gsLst>
                    <a:gs pos="28319">
                      <a:srgbClr val="00188F"/>
                    </a:gs>
                    <a:gs pos="62000">
                      <a:srgbClr val="00188F"/>
                    </a:gs>
                  </a:gsLst>
                  <a:lin ang="5400000" scaled="0"/>
                </a:gradFill>
              </a:rPr>
              <a:t>dllhost.exe</a:t>
            </a:r>
            <a:endParaRPr lang="en-US" sz="2000" dirty="0">
              <a:gradFill>
                <a:gsLst>
                  <a:gs pos="28319">
                    <a:srgbClr val="00188F"/>
                  </a:gs>
                  <a:gs pos="62000">
                    <a:srgbClr val="00188F"/>
                  </a:gs>
                </a:gsLst>
                <a:lin ang="5400000" scaled="0"/>
              </a:gradFill>
            </a:endParaRPr>
          </a:p>
        </p:txBody>
      </p:sp>
      <p:sp>
        <p:nvSpPr>
          <p:cNvPr id="20" name="Rectangle 19"/>
          <p:cNvSpPr/>
          <p:nvPr/>
        </p:nvSpPr>
        <p:spPr bwMode="auto">
          <a:xfrm>
            <a:off x="7879668" y="2112235"/>
            <a:ext cx="3645168" cy="3645168"/>
          </a:xfrm>
          <a:prstGeom prst="rect">
            <a:avLst/>
          </a:prstGeom>
          <a:solidFill>
            <a:schemeClr val="accent1">
              <a:alpha val="2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2000" dirty="0" smtClean="0">
                <a:gradFill>
                  <a:gsLst>
                    <a:gs pos="28319">
                      <a:srgbClr val="00188F"/>
                    </a:gs>
                    <a:gs pos="62000">
                      <a:srgbClr val="00188F"/>
                    </a:gs>
                  </a:gsLst>
                  <a:lin ang="5400000" scaled="0"/>
                </a:gradFill>
              </a:rPr>
              <a:t>clrhost.dll</a:t>
            </a:r>
            <a:endParaRPr lang="en-US" sz="2000" dirty="0">
              <a:gradFill>
                <a:gsLst>
                  <a:gs pos="28319">
                    <a:srgbClr val="00188F"/>
                  </a:gs>
                  <a:gs pos="62000">
                    <a:srgbClr val="00188F"/>
                  </a:gs>
                </a:gsLst>
                <a:lin ang="5400000" scaled="0"/>
              </a:gradFill>
            </a:endParaRPr>
          </a:p>
        </p:txBody>
      </p:sp>
      <p:sp>
        <p:nvSpPr>
          <p:cNvPr id="21" name="Rectangle 20"/>
          <p:cNvSpPr/>
          <p:nvPr/>
        </p:nvSpPr>
        <p:spPr bwMode="auto">
          <a:xfrm>
            <a:off x="8363641" y="2550402"/>
            <a:ext cx="2697349" cy="2697349"/>
          </a:xfrm>
          <a:prstGeom prst="rect">
            <a:avLst/>
          </a:prstGeom>
          <a:solidFill>
            <a:schemeClr val="accent1">
              <a:alpha val="3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2000" dirty="0" err="1" smtClean="0">
                <a:gradFill>
                  <a:gsLst>
                    <a:gs pos="28319">
                      <a:srgbClr val="00188F"/>
                    </a:gs>
                    <a:gs pos="62000">
                      <a:srgbClr val="00188F"/>
                    </a:gs>
                  </a:gsLst>
                  <a:lin ang="5400000" scaled="0"/>
                </a:gradFill>
              </a:rPr>
              <a:t>MyAssembly.winmd</a:t>
            </a:r>
            <a:endParaRPr lang="en-US" sz="2000" dirty="0">
              <a:gradFill>
                <a:gsLst>
                  <a:gs pos="28319">
                    <a:srgbClr val="00188F"/>
                  </a:gs>
                  <a:gs pos="62000">
                    <a:srgbClr val="00188F"/>
                  </a:gs>
                </a:gsLst>
                <a:lin ang="5400000" scaled="0"/>
              </a:gradFill>
            </a:endParaRPr>
          </a:p>
        </p:txBody>
      </p:sp>
      <p:sp>
        <p:nvSpPr>
          <p:cNvPr id="22" name="Rectangle 21"/>
          <p:cNvSpPr/>
          <p:nvPr/>
        </p:nvSpPr>
        <p:spPr bwMode="auto">
          <a:xfrm>
            <a:off x="8812517" y="2956792"/>
            <a:ext cx="1818266" cy="1818266"/>
          </a:xfrm>
          <a:prstGeom prst="rect">
            <a:avLst/>
          </a:prstGeom>
          <a:solidFill>
            <a:schemeClr val="accent1">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2000" dirty="0" err="1" smtClean="0">
                <a:gradFill>
                  <a:gsLst>
                    <a:gs pos="17699">
                      <a:srgbClr val="FFFFFF"/>
                    </a:gs>
                    <a:gs pos="39000">
                      <a:srgbClr val="FFFFFF"/>
                    </a:gs>
                  </a:gsLst>
                  <a:lin ang="5400000" scaled="0"/>
                </a:gradFill>
              </a:rPr>
              <a:t>OOPWinRT</a:t>
            </a:r>
            <a:r>
              <a:rPr lang="en-US" sz="2000" dirty="0" smtClean="0">
                <a:gradFill>
                  <a:gsLst>
                    <a:gs pos="17699">
                      <a:srgbClr val="FFFFFF"/>
                    </a:gs>
                    <a:gs pos="39000">
                      <a:srgbClr val="FFFFFF"/>
                    </a:gs>
                  </a:gsLst>
                  <a:lin ang="5400000" scaled="0"/>
                </a:gradFill>
              </a:rPr>
              <a:t/>
            </a:r>
            <a:br>
              <a:rPr lang="en-US" sz="2000" dirty="0" smtClean="0">
                <a:gradFill>
                  <a:gsLst>
                    <a:gs pos="17699">
                      <a:srgbClr val="FFFFFF"/>
                    </a:gs>
                    <a:gs pos="39000">
                      <a:srgbClr val="FFFFFF"/>
                    </a:gs>
                  </a:gsLst>
                  <a:lin ang="5400000" scaled="0"/>
                </a:gradFill>
              </a:rPr>
            </a:br>
            <a:r>
              <a:rPr lang="en-US" sz="2000" dirty="0" smtClean="0">
                <a:gradFill>
                  <a:gsLst>
                    <a:gs pos="17699">
                      <a:srgbClr val="FFFFFF"/>
                    </a:gs>
                    <a:gs pos="39000">
                      <a:srgbClr val="FFFFFF"/>
                    </a:gs>
                  </a:gsLst>
                  <a:lin ang="5400000" scaled="0"/>
                </a:gradFill>
              </a:rPr>
              <a:t>Class</a:t>
            </a:r>
            <a:endParaRPr lang="en-US" sz="2000" dirty="0">
              <a:gradFill>
                <a:gsLst>
                  <a:gs pos="17699">
                    <a:srgbClr val="FFFFFF"/>
                  </a:gs>
                  <a:gs pos="39000">
                    <a:srgbClr val="FFFFFF"/>
                  </a:gs>
                </a:gsLst>
                <a:lin ang="5400000" scaled="0"/>
              </a:gradFill>
            </a:endParaRPr>
          </a:p>
        </p:txBody>
      </p:sp>
      <p:cxnSp>
        <p:nvCxnSpPr>
          <p:cNvPr id="27" name="Straight Connector 26"/>
          <p:cNvCxnSpPr>
            <a:stCxn id="9" idx="3"/>
          </p:cNvCxnSpPr>
          <p:nvPr/>
        </p:nvCxnSpPr>
        <p:spPr>
          <a:xfrm>
            <a:off x="5086351" y="3971925"/>
            <a:ext cx="3875086" cy="47854"/>
          </a:xfrm>
          <a:prstGeom prst="line">
            <a:avLst/>
          </a:prstGeom>
          <a:ln w="38100">
            <a:solidFill>
              <a:schemeClr val="accent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bwMode="auto">
          <a:xfrm>
            <a:off x="5145526" y="3059526"/>
            <a:ext cx="2172527" cy="81433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2000" dirty="0" smtClean="0">
                <a:gradFill>
                  <a:gsLst>
                    <a:gs pos="28319">
                      <a:srgbClr val="00188F"/>
                    </a:gs>
                    <a:gs pos="62000">
                      <a:srgbClr val="00188F"/>
                    </a:gs>
                  </a:gsLst>
                  <a:lin ang="5400000" scaled="0"/>
                </a:gradFill>
              </a:rPr>
              <a:t>Standard </a:t>
            </a:r>
            <a:r>
              <a:rPr lang="en-US" sz="2000" dirty="0" err="1" smtClean="0">
                <a:gradFill>
                  <a:gsLst>
                    <a:gs pos="28319">
                      <a:srgbClr val="00188F"/>
                    </a:gs>
                    <a:gs pos="62000">
                      <a:srgbClr val="00188F"/>
                    </a:gs>
                  </a:gsLst>
                  <a:lin ang="5400000" scaled="0"/>
                </a:gradFill>
              </a:rPr>
              <a:t>WinRT</a:t>
            </a:r>
            <a:r>
              <a:rPr lang="en-US" sz="2000" dirty="0" smtClean="0">
                <a:gradFill>
                  <a:gsLst>
                    <a:gs pos="28319">
                      <a:srgbClr val="00188F"/>
                    </a:gs>
                    <a:gs pos="62000">
                      <a:srgbClr val="00188F"/>
                    </a:gs>
                  </a:gsLst>
                  <a:lin ang="5400000" scaled="0"/>
                </a:gradFill>
              </a:rPr>
              <a:t> Marshaling</a:t>
            </a:r>
            <a:endParaRPr lang="en-US" sz="2000" dirty="0">
              <a:gradFill>
                <a:gsLst>
                  <a:gs pos="28319">
                    <a:srgbClr val="00188F"/>
                  </a:gs>
                  <a:gs pos="62000">
                    <a:srgbClr val="00188F"/>
                  </a:gs>
                </a:gsLst>
                <a:lin ang="5400000" scaled="0"/>
              </a:gradFill>
            </a:endParaRPr>
          </a:p>
        </p:txBody>
      </p:sp>
      <p:sp>
        <p:nvSpPr>
          <p:cNvPr id="29" name="Rectangle 28"/>
          <p:cNvSpPr/>
          <p:nvPr/>
        </p:nvSpPr>
        <p:spPr bwMode="auto">
          <a:xfrm>
            <a:off x="4912624" y="4096043"/>
            <a:ext cx="2582058" cy="81433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2000" dirty="0" err="1" smtClean="0">
                <a:gradFill>
                  <a:gsLst>
                    <a:gs pos="28319">
                      <a:srgbClr val="00188F"/>
                    </a:gs>
                    <a:gs pos="62000">
                      <a:srgbClr val="00188F"/>
                    </a:gs>
                  </a:gsLst>
                  <a:lin ang="5400000" scaled="0"/>
                </a:gradFill>
              </a:rPr>
              <a:t>RoActivateInstance</a:t>
            </a:r>
            <a:endParaRPr lang="en-US" sz="2000" dirty="0">
              <a:gradFill>
                <a:gsLst>
                  <a:gs pos="28319">
                    <a:srgbClr val="00188F"/>
                  </a:gs>
                  <a:gs pos="62000">
                    <a:srgbClr val="00188F"/>
                  </a:gs>
                </a:gsLst>
                <a:lin ang="5400000" scaled="0"/>
              </a:gradFill>
            </a:endParaRPr>
          </a:p>
        </p:txBody>
      </p:sp>
    </p:spTree>
    <p:extLst>
      <p:ext uri="{BB962C8B-B14F-4D97-AF65-F5344CB8AC3E}">
        <p14:creationId xmlns:p14="http://schemas.microsoft.com/office/powerpoint/2010/main" val="16267957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wipe(left)">
                                      <p:cBhvr>
                                        <p:cTn id="32" dur="500"/>
                                        <p:tgtEl>
                                          <p:spTgt spid="2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1" grpId="0" animBg="1"/>
      <p:bldP spid="22" grpId="0" animBg="1"/>
      <p:bldP spid="28" grpId="0"/>
      <p:bldP spid="2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Brokered WinRT components require a globally registered proxy/stub for cross process communication. </a:t>
            </a:r>
            <a:endParaRPr lang="en-US" dirty="0"/>
          </a:p>
        </p:txBody>
      </p:sp>
    </p:spTree>
    <p:extLst>
      <p:ext uri="{BB962C8B-B14F-4D97-AF65-F5344CB8AC3E}">
        <p14:creationId xmlns:p14="http://schemas.microsoft.com/office/powerpoint/2010/main" val="3279731803"/>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smtClean="0"/>
              <a:t>Activatable</a:t>
            </a:r>
            <a:r>
              <a:rPr lang="en-US" dirty="0" smtClean="0"/>
              <a:t> brokered WinRT components have to be registered manually in the </a:t>
            </a:r>
            <a:r>
              <a:rPr lang="en-US" dirty="0" err="1" smtClean="0"/>
              <a:t>appx</a:t>
            </a:r>
            <a:r>
              <a:rPr lang="en-US" dirty="0" smtClean="0"/>
              <a:t> manifest.</a:t>
            </a:r>
            <a:endParaRPr lang="en-US" dirty="0"/>
          </a:p>
        </p:txBody>
      </p:sp>
    </p:spTree>
    <p:extLst>
      <p:ext uri="{BB962C8B-B14F-4D97-AF65-F5344CB8AC3E}">
        <p14:creationId xmlns:p14="http://schemas.microsoft.com/office/powerpoint/2010/main" val="3109551313"/>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4431983"/>
          </a:xfrm>
        </p:spPr>
        <p:txBody>
          <a:bodyPr/>
          <a:lstStyle/>
          <a:p>
            <a:pPr marL="0" indent="0">
              <a:buNone/>
            </a:pPr>
            <a:r>
              <a:rPr lang="en-US" dirty="0" smtClean="0"/>
              <a:t>&lt;</a:t>
            </a:r>
            <a:r>
              <a:rPr lang="en-US" dirty="0">
                <a:solidFill>
                  <a:srgbClr val="A31515"/>
                </a:solidFill>
              </a:rPr>
              <a:t>Extension</a:t>
            </a:r>
            <a:r>
              <a:rPr lang="en-US" dirty="0" smtClean="0"/>
              <a:t> </a:t>
            </a:r>
            <a:r>
              <a:rPr lang="en-US" dirty="0">
                <a:solidFill>
                  <a:srgbClr val="FF0000"/>
                </a:solidFill>
              </a:rPr>
              <a:t>Category</a:t>
            </a:r>
            <a:r>
              <a:rPr lang="en-US" dirty="0" smtClean="0"/>
              <a:t>="</a:t>
            </a:r>
            <a:r>
              <a:rPr lang="en-US" dirty="0" err="1">
                <a:solidFill>
                  <a:srgbClr val="0000FF"/>
                </a:solidFill>
              </a:rPr>
              <a:t>windows.activatableClass.inProcessServer</a:t>
            </a:r>
            <a:r>
              <a:rPr lang="en-US" dirty="0" smtClean="0"/>
              <a:t>"&gt;</a:t>
            </a:r>
          </a:p>
          <a:p>
            <a:pPr marL="0" indent="0">
              <a:buNone/>
            </a:pPr>
            <a:r>
              <a:rPr lang="en-US" dirty="0" smtClean="0"/>
              <a:t>  &lt;</a:t>
            </a:r>
            <a:r>
              <a:rPr lang="en-US" dirty="0" err="1">
                <a:solidFill>
                  <a:srgbClr val="A31515"/>
                </a:solidFill>
              </a:rPr>
              <a:t>InProcessServer</a:t>
            </a:r>
            <a:r>
              <a:rPr lang="en-US" dirty="0" smtClean="0"/>
              <a:t>&gt;</a:t>
            </a:r>
          </a:p>
          <a:p>
            <a:pPr marL="0" indent="0">
              <a:buNone/>
            </a:pPr>
            <a:r>
              <a:rPr lang="en-US" dirty="0" smtClean="0"/>
              <a:t>    &lt;</a:t>
            </a:r>
            <a:r>
              <a:rPr lang="en-US" dirty="0">
                <a:solidFill>
                  <a:srgbClr val="A31515"/>
                </a:solidFill>
              </a:rPr>
              <a:t>Path&gt;</a:t>
            </a:r>
            <a:r>
              <a:rPr lang="en-US" dirty="0">
                <a:solidFill>
                  <a:schemeClr val="tx1"/>
                </a:solidFill>
              </a:rPr>
              <a:t>clrhost.dll</a:t>
            </a:r>
            <a:r>
              <a:rPr lang="en-US" dirty="0" smtClean="0"/>
              <a:t>&lt;/</a:t>
            </a:r>
            <a:r>
              <a:rPr lang="en-US" dirty="0">
                <a:solidFill>
                  <a:srgbClr val="A31515"/>
                </a:solidFill>
              </a:rPr>
              <a:t>Path</a:t>
            </a:r>
            <a:r>
              <a:rPr lang="en-US" dirty="0" smtClean="0"/>
              <a:t>&gt;</a:t>
            </a:r>
          </a:p>
          <a:p>
            <a:pPr marL="0" indent="0">
              <a:buNone/>
            </a:pPr>
            <a:r>
              <a:rPr lang="en-US" dirty="0" smtClean="0"/>
              <a:t>    &lt;</a:t>
            </a:r>
            <a:r>
              <a:rPr lang="en-US" dirty="0" err="1">
                <a:solidFill>
                  <a:srgbClr val="A31515"/>
                </a:solidFill>
              </a:rPr>
              <a:t>ActivatableClass</a:t>
            </a:r>
            <a:r>
              <a:rPr lang="en-US" dirty="0" smtClean="0"/>
              <a:t> </a:t>
            </a:r>
            <a:r>
              <a:rPr lang="en-US" dirty="0" err="1">
                <a:solidFill>
                  <a:srgbClr val="FF0000"/>
                </a:solidFill>
              </a:rPr>
              <a:t>ActivatableClassId</a:t>
            </a:r>
            <a:r>
              <a:rPr lang="en-US" dirty="0" smtClean="0"/>
              <a:t>="</a:t>
            </a:r>
            <a:r>
              <a:rPr lang="en-US" dirty="0" err="1">
                <a:solidFill>
                  <a:srgbClr val="0000FF"/>
                </a:solidFill>
              </a:rPr>
              <a:t>NWindRt.DAL.Connection</a:t>
            </a:r>
            <a:r>
              <a:rPr lang="en-US" dirty="0" smtClean="0"/>
              <a:t>"</a:t>
            </a:r>
          </a:p>
          <a:p>
            <a:pPr marL="0" indent="0">
              <a:buNone/>
            </a:pPr>
            <a:r>
              <a:rPr lang="en-US" dirty="0" smtClean="0"/>
              <a:t>        </a:t>
            </a:r>
            <a:r>
              <a:rPr lang="en-US" dirty="0" err="1">
                <a:solidFill>
                  <a:srgbClr val="FF0000"/>
                </a:solidFill>
              </a:rPr>
              <a:t>ThreadingModel</a:t>
            </a:r>
            <a:r>
              <a:rPr lang="en-US" dirty="0" smtClean="0"/>
              <a:t>="</a:t>
            </a:r>
            <a:r>
              <a:rPr lang="en-US" dirty="0">
                <a:solidFill>
                  <a:srgbClr val="0000FF"/>
                </a:solidFill>
              </a:rPr>
              <a:t>both</a:t>
            </a:r>
            <a:r>
              <a:rPr lang="en-US" dirty="0" smtClean="0"/>
              <a:t>"&gt;</a:t>
            </a:r>
          </a:p>
          <a:p>
            <a:pPr marL="0" indent="0">
              <a:buNone/>
            </a:pPr>
            <a:r>
              <a:rPr lang="en-US" dirty="0" smtClean="0"/>
              <a:t>      &lt;</a:t>
            </a:r>
            <a:r>
              <a:rPr lang="en-US" dirty="0" err="1">
                <a:solidFill>
                  <a:srgbClr val="A31515"/>
                </a:solidFill>
              </a:rPr>
              <a:t>ActivatableClassAttribute</a:t>
            </a:r>
            <a:r>
              <a:rPr lang="en-US" dirty="0" smtClean="0"/>
              <a:t> </a:t>
            </a:r>
            <a:r>
              <a:rPr lang="en-US" dirty="0">
                <a:solidFill>
                  <a:srgbClr val="FF0000"/>
                </a:solidFill>
              </a:rPr>
              <a:t>Name</a:t>
            </a:r>
            <a:r>
              <a:rPr lang="en-US" dirty="0" smtClean="0"/>
              <a:t>="</a:t>
            </a:r>
            <a:r>
              <a:rPr lang="en-US" dirty="0" err="1" smtClean="0">
                <a:solidFill>
                  <a:srgbClr val="0000FF"/>
                </a:solidFill>
              </a:rPr>
              <a:t>DesktopApplicationPath</a:t>
            </a:r>
            <a:r>
              <a:rPr lang="en-US" dirty="0" smtClean="0"/>
              <a:t>"</a:t>
            </a:r>
            <a:br>
              <a:rPr lang="en-US" dirty="0" smtClean="0"/>
            </a:br>
            <a:r>
              <a:rPr lang="en-US" dirty="0" smtClean="0"/>
              <a:t>        </a:t>
            </a:r>
            <a:r>
              <a:rPr lang="en-US" dirty="0">
                <a:solidFill>
                  <a:srgbClr val="FF0000"/>
                </a:solidFill>
              </a:rPr>
              <a:t>Type</a:t>
            </a:r>
            <a:r>
              <a:rPr lang="en-US" dirty="0" smtClean="0"/>
              <a:t>="</a:t>
            </a:r>
            <a:r>
              <a:rPr lang="en-US" dirty="0">
                <a:solidFill>
                  <a:srgbClr val="0000FF"/>
                </a:solidFill>
              </a:rPr>
              <a:t>string</a:t>
            </a:r>
            <a:r>
              <a:rPr lang="en-US" dirty="0" smtClean="0"/>
              <a:t>" </a:t>
            </a:r>
            <a:br>
              <a:rPr lang="en-US" dirty="0" smtClean="0"/>
            </a:br>
            <a:r>
              <a:rPr lang="en-US" dirty="0" smtClean="0"/>
              <a:t>        </a:t>
            </a:r>
            <a:r>
              <a:rPr lang="en-US" dirty="0">
                <a:solidFill>
                  <a:srgbClr val="FF0000"/>
                </a:solidFill>
              </a:rPr>
              <a:t>Value</a:t>
            </a:r>
            <a:r>
              <a:rPr lang="en-US" dirty="0"/>
              <a:t>="</a:t>
            </a:r>
            <a:r>
              <a:rPr lang="en-US" dirty="0">
                <a:solidFill>
                  <a:srgbClr val="0000FF"/>
                </a:solidFill>
              </a:rPr>
              <a:t>%</a:t>
            </a:r>
            <a:r>
              <a:rPr lang="en-US" dirty="0" err="1">
                <a:solidFill>
                  <a:srgbClr val="0000FF"/>
                </a:solidFill>
              </a:rPr>
              <a:t>ProgramFiles</a:t>
            </a:r>
            <a:r>
              <a:rPr lang="en-US" dirty="0">
                <a:solidFill>
                  <a:srgbClr val="0000FF"/>
                </a:solidFill>
              </a:rPr>
              <a:t>%\</a:t>
            </a:r>
            <a:r>
              <a:rPr lang="en-US" dirty="0" err="1">
                <a:solidFill>
                  <a:srgbClr val="0000FF"/>
                </a:solidFill>
              </a:rPr>
              <a:t>NWindRt</a:t>
            </a:r>
            <a:r>
              <a:rPr lang="en-US" dirty="0" smtClean="0"/>
              <a:t>"/&gt;</a:t>
            </a:r>
          </a:p>
          <a:p>
            <a:pPr marL="0" indent="0">
              <a:buNone/>
            </a:pPr>
            <a:r>
              <a:rPr lang="en-US" dirty="0" smtClean="0"/>
              <a:t>    &lt;/</a:t>
            </a:r>
            <a:r>
              <a:rPr lang="en-US" dirty="0" err="1">
                <a:solidFill>
                  <a:srgbClr val="A31515"/>
                </a:solidFill>
              </a:rPr>
              <a:t>ActivatableClass</a:t>
            </a:r>
            <a:r>
              <a:rPr lang="en-US" dirty="0" smtClean="0"/>
              <a:t>&gt;	</a:t>
            </a:r>
          </a:p>
          <a:p>
            <a:pPr marL="0" indent="0">
              <a:buNone/>
            </a:pPr>
            <a:r>
              <a:rPr lang="en-US" dirty="0" smtClean="0"/>
              <a:t>  &lt;/</a:t>
            </a:r>
            <a:r>
              <a:rPr lang="en-US" dirty="0" err="1">
                <a:solidFill>
                  <a:srgbClr val="A31515"/>
                </a:solidFill>
              </a:rPr>
              <a:t>InProcessServer</a:t>
            </a:r>
            <a:r>
              <a:rPr lang="en-US" dirty="0" smtClean="0"/>
              <a:t>&gt;</a:t>
            </a:r>
          </a:p>
          <a:p>
            <a:pPr marL="0" indent="0">
              <a:buNone/>
            </a:pPr>
            <a:r>
              <a:rPr lang="en-US" dirty="0" smtClean="0"/>
              <a:t>&lt;/</a:t>
            </a:r>
            <a:r>
              <a:rPr lang="en-US" dirty="0">
                <a:solidFill>
                  <a:srgbClr val="A31515"/>
                </a:solidFill>
              </a:rPr>
              <a:t>Extension</a:t>
            </a:r>
            <a:r>
              <a:rPr lang="en-US" dirty="0" smtClean="0"/>
              <a:t>&gt; </a:t>
            </a:r>
            <a:endParaRPr lang="en-US" dirty="0"/>
          </a:p>
        </p:txBody>
      </p:sp>
      <p:sp>
        <p:nvSpPr>
          <p:cNvPr id="3" name="Title 2"/>
          <p:cNvSpPr>
            <a:spLocks noGrp="1"/>
          </p:cNvSpPr>
          <p:nvPr>
            <p:ph type="title"/>
          </p:nvPr>
        </p:nvSpPr>
        <p:spPr/>
        <p:txBody>
          <a:bodyPr/>
          <a:lstStyle/>
          <a:p>
            <a:r>
              <a:rPr lang="en-US" smtClean="0"/>
              <a:t>.AppXManifest Declaration</a:t>
            </a:r>
            <a:endParaRPr lang="en-US" dirty="0"/>
          </a:p>
        </p:txBody>
      </p:sp>
      <p:sp>
        <p:nvSpPr>
          <p:cNvPr id="2" name="Rectangle 1"/>
          <p:cNvSpPr/>
          <p:nvPr/>
        </p:nvSpPr>
        <p:spPr bwMode="auto">
          <a:xfrm>
            <a:off x="4008437" y="2354262"/>
            <a:ext cx="7467600" cy="609600"/>
          </a:xfrm>
          <a:prstGeom prst="rect">
            <a:avLst/>
          </a:prstGeom>
          <a:noFill/>
          <a:ln w="38100">
            <a:solidFill>
              <a:schemeClr val="accent6"/>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 name="Rectangle 4"/>
          <p:cNvSpPr/>
          <p:nvPr/>
        </p:nvSpPr>
        <p:spPr bwMode="auto">
          <a:xfrm flipV="1">
            <a:off x="1341437" y="3192462"/>
            <a:ext cx="9829800" cy="1219200"/>
          </a:xfrm>
          <a:prstGeom prst="rect">
            <a:avLst/>
          </a:prstGeom>
          <a:noFill/>
          <a:ln w="38100">
            <a:solidFill>
              <a:schemeClr val="accent6"/>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853025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5"/>
          </p:nvPr>
        </p:nvSpPr>
        <p:spPr/>
        <p:txBody>
          <a:bodyPr/>
          <a:lstStyle/>
          <a:p>
            <a:r>
              <a:rPr lang="en-US" dirty="0" smtClean="0"/>
              <a:t>Accessing a SQL Compact database via Brokered WinRT Components</a:t>
            </a:r>
            <a:endParaRPr lang="en-US" dirty="0"/>
          </a:p>
        </p:txBody>
      </p:sp>
      <p:sp>
        <p:nvSpPr>
          <p:cNvPr id="4" name="Title 3"/>
          <p:cNvSpPr>
            <a:spLocks noGrp="1"/>
          </p:cNvSpPr>
          <p:nvPr>
            <p:ph type="ctrTitle"/>
          </p:nvPr>
        </p:nvSpPr>
        <p:spPr>
          <a:solidFill>
            <a:schemeClr val="accent3"/>
          </a:solidFill>
        </p:spPr>
        <p:txBody>
          <a:bodyPr/>
          <a:lstStyle/>
          <a:p>
            <a:r>
              <a:rPr lang="en-US" dirty="0" smtClean="0"/>
              <a:t>Demo</a:t>
            </a:r>
            <a:endParaRPr lang="en-US" dirty="0"/>
          </a:p>
        </p:txBody>
      </p:sp>
    </p:spTree>
    <p:extLst>
      <p:ext uri="{BB962C8B-B14F-4D97-AF65-F5344CB8AC3E}">
        <p14:creationId xmlns:p14="http://schemas.microsoft.com/office/powerpoint/2010/main" val="1899501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Loopback vs. Brokered WinRT</a:t>
            </a:r>
            <a:endParaRPr lang="en-US" dirty="0"/>
          </a:p>
        </p:txBody>
      </p:sp>
      <p:sp>
        <p:nvSpPr>
          <p:cNvPr id="8" name="Text Placeholder 3"/>
          <p:cNvSpPr>
            <a:spLocks noGrp="1"/>
          </p:cNvSpPr>
          <p:nvPr>
            <p:ph type="body" sz="quarter" idx="4294967295"/>
          </p:nvPr>
        </p:nvSpPr>
        <p:spPr>
          <a:xfrm>
            <a:off x="183092" y="1483082"/>
            <a:ext cx="5943600" cy="4431983"/>
          </a:xfrm>
          <a:prstGeom prst="rect">
            <a:avLst/>
          </a:prstGeom>
        </p:spPr>
        <p:txBody>
          <a:bodyPr/>
          <a:lstStyle/>
          <a:p>
            <a:r>
              <a:rPr lang="en-US" dirty="0" smtClean="0"/>
              <a:t>Works on Win 8 and 8.1</a:t>
            </a:r>
          </a:p>
          <a:p>
            <a:r>
              <a:rPr lang="en-US" dirty="0" smtClean="0"/>
              <a:t>WCF or REST based programming model</a:t>
            </a:r>
          </a:p>
          <a:p>
            <a:r>
              <a:rPr lang="en-US" dirty="0" smtClean="0"/>
              <a:t>Requires service process to be always running</a:t>
            </a:r>
          </a:p>
          <a:p>
            <a:r>
              <a:rPr lang="en-US" dirty="0" smtClean="0"/>
              <a:t>Network callbacks don’t activate suspended apps</a:t>
            </a:r>
          </a:p>
        </p:txBody>
      </p:sp>
      <p:sp>
        <p:nvSpPr>
          <p:cNvPr id="10" name="Text Placeholder 8"/>
          <p:cNvSpPr>
            <a:spLocks noGrp="1"/>
          </p:cNvSpPr>
          <p:nvPr>
            <p:ph type="body" sz="quarter" idx="4294967295"/>
          </p:nvPr>
        </p:nvSpPr>
        <p:spPr>
          <a:xfrm>
            <a:off x="6309784" y="1483082"/>
            <a:ext cx="5943600" cy="4985980"/>
          </a:xfrm>
        </p:spPr>
        <p:txBody>
          <a:bodyPr/>
          <a:lstStyle/>
          <a:p>
            <a:r>
              <a:rPr lang="en-US" dirty="0" smtClean="0"/>
              <a:t>Requires Update 1</a:t>
            </a:r>
          </a:p>
          <a:p>
            <a:r>
              <a:rPr lang="en-US" dirty="0" smtClean="0"/>
              <a:t>WinRT based programming model</a:t>
            </a:r>
          </a:p>
          <a:p>
            <a:r>
              <a:rPr lang="en-US" dirty="0" smtClean="0"/>
              <a:t>Loads components on demand</a:t>
            </a:r>
          </a:p>
          <a:p>
            <a:r>
              <a:rPr lang="en-US" dirty="0" smtClean="0"/>
              <a:t>Supports callbacks that activate suspended apps</a:t>
            </a:r>
          </a:p>
        </p:txBody>
      </p:sp>
      <p:sp>
        <p:nvSpPr>
          <p:cNvPr id="11" name="Rectangle 10"/>
          <p:cNvSpPr/>
          <p:nvPr/>
        </p:nvSpPr>
        <p:spPr bwMode="auto">
          <a:xfrm flipV="1">
            <a:off x="183092" y="1483082"/>
            <a:ext cx="11981110" cy="642580"/>
          </a:xfrm>
          <a:prstGeom prst="rect">
            <a:avLst/>
          </a:prstGeom>
          <a:noFill/>
          <a:ln w="38100">
            <a:solidFill>
              <a:schemeClr val="accent6"/>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2" name="Rectangle 11"/>
          <p:cNvSpPr/>
          <p:nvPr/>
        </p:nvSpPr>
        <p:spPr bwMode="auto">
          <a:xfrm flipV="1">
            <a:off x="193034" y="2125662"/>
            <a:ext cx="11981110" cy="1295400"/>
          </a:xfrm>
          <a:prstGeom prst="rect">
            <a:avLst/>
          </a:prstGeom>
          <a:noFill/>
          <a:ln w="38100">
            <a:solidFill>
              <a:schemeClr val="accent6"/>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3" name="Rectangle 12"/>
          <p:cNvSpPr/>
          <p:nvPr/>
        </p:nvSpPr>
        <p:spPr bwMode="auto">
          <a:xfrm flipV="1">
            <a:off x="193034" y="3415942"/>
            <a:ext cx="11978852" cy="1204184"/>
          </a:xfrm>
          <a:prstGeom prst="rect">
            <a:avLst/>
          </a:prstGeom>
          <a:noFill/>
          <a:ln w="38100">
            <a:solidFill>
              <a:schemeClr val="accent6"/>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4" name="Rectangle 13"/>
          <p:cNvSpPr/>
          <p:nvPr/>
        </p:nvSpPr>
        <p:spPr bwMode="auto">
          <a:xfrm flipV="1">
            <a:off x="186934" y="4620126"/>
            <a:ext cx="11981110" cy="1290280"/>
          </a:xfrm>
          <a:prstGeom prst="rect">
            <a:avLst/>
          </a:prstGeom>
          <a:noFill/>
          <a:ln w="38100">
            <a:solidFill>
              <a:schemeClr val="accent6"/>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41422984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xit" presetSubtype="0" fill="hold" grpId="1" nodeType="withEffect">
                                  <p:stCondLst>
                                    <p:cond delay="0"/>
                                  </p:stCondLst>
                                  <p:childTnLst>
                                    <p:animEffect transition="out" filter="fade">
                                      <p:cBhvr>
                                        <p:cTn id="14" dur="500"/>
                                        <p:tgtEl>
                                          <p:spTgt spid="11"/>
                                        </p:tgtEl>
                                      </p:cBhvr>
                                    </p:animEffect>
                                    <p:set>
                                      <p:cBhvr>
                                        <p:cTn id="15" dur="1" fill="hold">
                                          <p:stCondLst>
                                            <p:cond delay="499"/>
                                          </p:stCondLst>
                                        </p:cTn>
                                        <p:tgtEl>
                                          <p:spTgt spid="11"/>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xit" presetSubtype="0" fill="hold" grpId="1" nodeType="withEffect">
                                  <p:stCondLst>
                                    <p:cond delay="0"/>
                                  </p:stCondLst>
                                  <p:childTnLst>
                                    <p:animEffect transition="out" filter="fade">
                                      <p:cBhvr>
                                        <p:cTn id="22" dur="500"/>
                                        <p:tgtEl>
                                          <p:spTgt spid="12"/>
                                        </p:tgtEl>
                                      </p:cBhvr>
                                    </p:animEffect>
                                    <p:set>
                                      <p:cBhvr>
                                        <p:cTn id="23" dur="1" fill="hold">
                                          <p:stCondLst>
                                            <p:cond delay="499"/>
                                          </p:stCondLst>
                                        </p:cTn>
                                        <p:tgtEl>
                                          <p:spTgt spid="12"/>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xit" presetSubtype="0" fill="hold" grpId="1" nodeType="withEffect">
                                  <p:stCondLst>
                                    <p:cond delay="0"/>
                                  </p:stCondLst>
                                  <p:childTnLst>
                                    <p:animEffect transition="out" filter="fade">
                                      <p:cBhvr>
                                        <p:cTn id="30" dur="500"/>
                                        <p:tgtEl>
                                          <p:spTgt spid="13"/>
                                        </p:tgtEl>
                                      </p:cBhvr>
                                    </p:animEffect>
                                    <p:set>
                                      <p:cBhvr>
                                        <p:cTn id="31"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2" grpId="0" animBg="1"/>
      <p:bldP spid="12" grpId="1" animBg="1"/>
      <p:bldP spid="13" grpId="0" animBg="1"/>
      <p:bldP spid="13" grpId="1" animBg="1"/>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Windows 8.1 Update 1 lets you leverage existing code while taking advantage of new tablet form factors.</a:t>
            </a:r>
            <a:endParaRPr lang="en-US" dirty="0"/>
          </a:p>
        </p:txBody>
      </p:sp>
    </p:spTree>
    <p:extLst>
      <p:ext uri="{BB962C8B-B14F-4D97-AF65-F5344CB8AC3E}">
        <p14:creationId xmlns:p14="http://schemas.microsoft.com/office/powerpoint/2010/main" val="1370889454"/>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036637" y="377031"/>
            <a:ext cx="10058399" cy="1828800"/>
          </a:xfrm>
        </p:spPr>
        <p:txBody>
          <a:bodyPr/>
          <a:lstStyle/>
          <a:p>
            <a:r>
              <a:rPr lang="en-US" dirty="0"/>
              <a:t>Side-loaded Windows Runtime apps may communicate with other </a:t>
            </a:r>
            <a:r>
              <a:rPr lang="en-US" dirty="0" smtClean="0"/>
              <a:t>processes.</a:t>
            </a:r>
            <a:endParaRPr lang="en-US" dirty="0"/>
          </a:p>
        </p:txBody>
      </p:sp>
      <p:sp>
        <p:nvSpPr>
          <p:cNvPr id="7" name="Title 5"/>
          <p:cNvSpPr txBox="1">
            <a:spLocks/>
          </p:cNvSpPr>
          <p:nvPr/>
        </p:nvSpPr>
        <p:spPr>
          <a:xfrm>
            <a:off x="1036637" y="2582862"/>
            <a:ext cx="10058399" cy="1828800"/>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4800" b="0" kern="1200" cap="none" spc="-102" baseline="0">
                <a:ln w="3175">
                  <a:noFill/>
                </a:ln>
                <a:gradFill>
                  <a:gsLst>
                    <a:gs pos="1250">
                      <a:schemeClr val="tx1"/>
                    </a:gs>
                    <a:gs pos="100000">
                      <a:schemeClr val="tx1"/>
                    </a:gs>
                  </a:gsLst>
                  <a:lin ang="5400000" scaled="0"/>
                </a:gradFill>
                <a:effectLst/>
                <a:latin typeface="+mj-lt"/>
                <a:ea typeface="+mn-ea"/>
                <a:cs typeface="Segoe UI" pitchFamily="34" charset="0"/>
              </a:defRPr>
            </a:lvl1pPr>
          </a:lstStyle>
          <a:p>
            <a:r>
              <a:rPr dirty="0">
                <a:gradFill>
                  <a:gsLst>
                    <a:gs pos="1250">
                      <a:srgbClr val="FFFFFF"/>
                    </a:gs>
                    <a:gs pos="100000">
                      <a:srgbClr val="FFFFFF"/>
                    </a:gs>
                  </a:gsLst>
                  <a:lin ang="5400000" scaled="0"/>
                </a:gradFill>
              </a:rPr>
              <a:t>Use network loopback for inter-process </a:t>
            </a:r>
            <a:r>
              <a:rPr dirty="0" smtClean="0">
                <a:gradFill>
                  <a:gsLst>
                    <a:gs pos="1250">
                      <a:srgbClr val="FFFFFF"/>
                    </a:gs>
                    <a:gs pos="100000">
                      <a:srgbClr val="FFFFFF"/>
                    </a:gs>
                  </a:gsLst>
                  <a:lin ang="5400000" scaled="0"/>
                </a:gradFill>
              </a:rPr>
              <a:t>communication.</a:t>
            </a:r>
            <a:endParaRPr dirty="0">
              <a:gradFill>
                <a:gsLst>
                  <a:gs pos="1250">
                    <a:srgbClr val="FFFFFF"/>
                  </a:gs>
                  <a:gs pos="100000">
                    <a:srgbClr val="FFFFFF"/>
                  </a:gs>
                </a:gsLst>
                <a:lin ang="5400000" scaled="0"/>
              </a:gradFill>
            </a:endParaRPr>
          </a:p>
        </p:txBody>
      </p:sp>
      <p:sp>
        <p:nvSpPr>
          <p:cNvPr id="8" name="Title 5"/>
          <p:cNvSpPr txBox="1">
            <a:spLocks/>
          </p:cNvSpPr>
          <p:nvPr/>
        </p:nvSpPr>
        <p:spPr>
          <a:xfrm>
            <a:off x="1036637" y="4788693"/>
            <a:ext cx="10439399" cy="1828800"/>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4800" b="0" kern="1200" cap="none" spc="-102" baseline="0">
                <a:ln w="3175">
                  <a:noFill/>
                </a:ln>
                <a:gradFill>
                  <a:gsLst>
                    <a:gs pos="1250">
                      <a:schemeClr val="tx1"/>
                    </a:gs>
                    <a:gs pos="100000">
                      <a:schemeClr val="tx1"/>
                    </a:gs>
                  </a:gsLst>
                  <a:lin ang="5400000" scaled="0"/>
                </a:gradFill>
                <a:effectLst/>
                <a:latin typeface="+mj-lt"/>
                <a:ea typeface="+mn-ea"/>
                <a:cs typeface="Segoe UI" pitchFamily="34" charset="0"/>
              </a:defRPr>
            </a:lvl1pPr>
          </a:lstStyle>
          <a:p>
            <a:r>
              <a:rPr dirty="0">
                <a:gradFill>
                  <a:gsLst>
                    <a:gs pos="1250">
                      <a:srgbClr val="FFFFFF"/>
                    </a:gs>
                    <a:gs pos="100000">
                      <a:srgbClr val="FFFFFF"/>
                    </a:gs>
                  </a:gsLst>
                  <a:lin ang="5400000" scaled="0"/>
                </a:gradFill>
              </a:rPr>
              <a:t>Use brokered WinRT components to access the full power of </a:t>
            </a:r>
            <a:r>
              <a:rPr dirty="0" smtClean="0">
                <a:gradFill>
                  <a:gsLst>
                    <a:gs pos="1250">
                      <a:srgbClr val="FFFFFF"/>
                    </a:gs>
                    <a:gs pos="100000">
                      <a:srgbClr val="FFFFFF"/>
                    </a:gs>
                  </a:gsLst>
                  <a:lin ang="5400000" scaled="0"/>
                </a:gradFill>
              </a:rPr>
              <a:t>Windows.</a:t>
            </a:r>
            <a:endParaRPr dirty="0">
              <a:gradFill>
                <a:gsLst>
                  <a:gs pos="1250">
                    <a:srgbClr val="FFFFFF"/>
                  </a:gs>
                  <a:gs pos="100000">
                    <a:srgbClr val="FFFFFF"/>
                  </a:gs>
                </a:gsLst>
                <a:lin ang="5400000" scaled="0"/>
              </a:gradFill>
            </a:endParaRPr>
          </a:p>
        </p:txBody>
      </p:sp>
    </p:spTree>
    <p:extLst>
      <p:ext uri="{BB962C8B-B14F-4D97-AF65-F5344CB8AC3E}">
        <p14:creationId xmlns:p14="http://schemas.microsoft.com/office/powerpoint/2010/main" val="9367392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anim calcmode="lin" valueType="num">
                                      <p:cBhvr>
                                        <p:cTn id="15" dur="500" fill="hold"/>
                                        <p:tgtEl>
                                          <p:spTgt spid="7"/>
                                        </p:tgtEl>
                                        <p:attrNameLst>
                                          <p:attrName>ppt_x</p:attrName>
                                        </p:attrNameLst>
                                      </p:cBhvr>
                                      <p:tavLst>
                                        <p:tav tm="0">
                                          <p:val>
                                            <p:strVal val="#ppt_x"/>
                                          </p:val>
                                        </p:tav>
                                        <p:tav tm="100000">
                                          <p:val>
                                            <p:strVal val="#ppt_x"/>
                                          </p:val>
                                        </p:tav>
                                      </p:tavLst>
                                    </p:anim>
                                    <p:anim calcmode="lin" valueType="num">
                                      <p:cBhvr>
                                        <p:cTn id="16"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anim calcmode="lin" valueType="num">
                                      <p:cBhvr>
                                        <p:cTn id="22" dur="500" fill="hold"/>
                                        <p:tgtEl>
                                          <p:spTgt spid="8"/>
                                        </p:tgtEl>
                                        <p:attrNameLst>
                                          <p:attrName>ppt_x</p:attrName>
                                        </p:attrNameLst>
                                      </p:cBhvr>
                                      <p:tavLst>
                                        <p:tav tm="0">
                                          <p:val>
                                            <p:strVal val="#ppt_x"/>
                                          </p:val>
                                        </p:tav>
                                        <p:tav tm="100000">
                                          <p:val>
                                            <p:strVal val="#ppt_x"/>
                                          </p:val>
                                        </p:tav>
                                      </p:tavLst>
                                    </p:anim>
                                    <p:anim calcmode="lin" valueType="num">
                                      <p:cBhvr>
                                        <p:cTn id="23"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274638" y="1212850"/>
            <a:ext cx="11887200" cy="5072158"/>
          </a:xfrm>
        </p:spPr>
        <p:txBody>
          <a:bodyPr/>
          <a:lstStyle/>
          <a:p>
            <a:pPr marL="0" indent="0">
              <a:spcBef>
                <a:spcPts val="1200"/>
              </a:spcBef>
              <a:buNone/>
            </a:pPr>
            <a:r>
              <a:rPr lang="en-US" dirty="0" smtClean="0">
                <a:gradFill>
                  <a:gsLst>
                    <a:gs pos="46018">
                      <a:schemeClr val="tx2"/>
                    </a:gs>
                    <a:gs pos="77000">
                      <a:schemeClr val="tx2"/>
                    </a:gs>
                  </a:gsLst>
                  <a:lin ang="5400000" scaled="0"/>
                </a:gradFill>
              </a:rPr>
              <a:t>2-524: Deploying and Managing Enterprise Apps</a:t>
            </a:r>
          </a:p>
          <a:p>
            <a:pPr marL="0" lvl="1" indent="0">
              <a:spcBef>
                <a:spcPts val="1200"/>
              </a:spcBef>
              <a:buNone/>
            </a:pPr>
            <a:r>
              <a:rPr lang="en-US" dirty="0" smtClean="0"/>
              <a:t>1:00PM Thursday, Room 2022</a:t>
            </a:r>
          </a:p>
          <a:p>
            <a:pPr marL="0" indent="0">
              <a:spcBef>
                <a:spcPts val="1200"/>
              </a:spcBef>
              <a:buNone/>
            </a:pPr>
            <a:r>
              <a:rPr lang="en-US" dirty="0" smtClean="0">
                <a:gradFill>
                  <a:gsLst>
                    <a:gs pos="46018">
                      <a:schemeClr val="tx2"/>
                    </a:gs>
                    <a:gs pos="77000">
                      <a:schemeClr val="tx2"/>
                    </a:gs>
                  </a:gsLst>
                  <a:lin ang="5400000" scaled="0"/>
                </a:gradFill>
              </a:rPr>
              <a:t>White Papers</a:t>
            </a:r>
          </a:p>
          <a:p>
            <a:pPr marL="0" lvl="1" indent="0">
              <a:spcBef>
                <a:spcPts val="1200"/>
              </a:spcBef>
              <a:buNone/>
            </a:pPr>
            <a:r>
              <a:rPr lang="en-US" dirty="0" smtClean="0">
                <a:hlinkClick r:id="rId3"/>
              </a:rPr>
              <a:t>Windows 8.1 Enterprise Feature Guide</a:t>
            </a:r>
            <a:endParaRPr lang="en-US" dirty="0" smtClean="0"/>
          </a:p>
          <a:p>
            <a:pPr marL="0" lvl="1" indent="0">
              <a:spcBef>
                <a:spcPts val="1200"/>
              </a:spcBef>
              <a:buNone/>
            </a:pPr>
            <a:r>
              <a:rPr lang="en-US" dirty="0" smtClean="0">
                <a:hlinkClick r:id="rId4"/>
              </a:rPr>
              <a:t>Using network loopback in side-loaded Windows Store apps white paper</a:t>
            </a:r>
            <a:endParaRPr lang="en-US" dirty="0" smtClean="0"/>
          </a:p>
          <a:p>
            <a:pPr marL="0" lvl="1" indent="0">
              <a:spcBef>
                <a:spcPts val="1200"/>
              </a:spcBef>
              <a:buNone/>
            </a:pPr>
            <a:r>
              <a:rPr lang="en-US" dirty="0" smtClean="0">
                <a:hlinkClick r:id="rId5"/>
              </a:rPr>
              <a:t>Brokered Windows RT components for side-loaded Windows Store apps</a:t>
            </a:r>
            <a:endParaRPr lang="en-US" dirty="0" smtClean="0"/>
          </a:p>
          <a:p>
            <a:pPr marL="0" indent="0">
              <a:spcBef>
                <a:spcPts val="1200"/>
              </a:spcBef>
              <a:buNone/>
            </a:pPr>
            <a:r>
              <a:rPr lang="en-US" dirty="0" smtClean="0">
                <a:gradFill>
                  <a:gsLst>
                    <a:gs pos="46018">
                      <a:schemeClr val="tx2"/>
                    </a:gs>
                    <a:gs pos="77000">
                      <a:schemeClr val="tx2"/>
                    </a:gs>
                  </a:gsLst>
                  <a:lin ang="5400000" scaled="0"/>
                </a:gradFill>
              </a:rPr>
              <a:t>Samples</a:t>
            </a:r>
          </a:p>
          <a:p>
            <a:pPr marL="0" lvl="1" indent="0">
              <a:spcBef>
                <a:spcPts val="1200"/>
              </a:spcBef>
              <a:buNone/>
            </a:pPr>
            <a:r>
              <a:rPr lang="en-US" dirty="0" smtClean="0">
                <a:hlinkClick r:id="rId6"/>
              </a:rPr>
              <a:t>http://go.microsoft.com/fwlink/?LinkId=393654</a:t>
            </a:r>
            <a:endParaRPr lang="en-US" dirty="0" smtClean="0"/>
          </a:p>
          <a:p>
            <a:pPr marL="0" lvl="1" indent="0">
              <a:spcBef>
                <a:spcPts val="1200"/>
              </a:spcBef>
              <a:buNone/>
            </a:pPr>
            <a:r>
              <a:rPr lang="en-US" dirty="0" smtClean="0">
                <a:hlinkClick r:id="rId7"/>
              </a:rPr>
              <a:t>http://go.microsoft.com/fwlink/?LinkId=393655</a:t>
            </a:r>
            <a:endParaRPr lang="en-US" dirty="0"/>
          </a:p>
        </p:txBody>
      </p:sp>
      <p:sp>
        <p:nvSpPr>
          <p:cNvPr id="2" name="Title 1"/>
          <p:cNvSpPr>
            <a:spLocks noGrp="1"/>
          </p:cNvSpPr>
          <p:nvPr>
            <p:ph type="title"/>
          </p:nvPr>
        </p:nvSpPr>
        <p:spPr/>
        <p:txBody>
          <a:bodyPr/>
          <a:lstStyle/>
          <a:p>
            <a:r>
              <a:rPr lang="en-US" dirty="0" smtClean="0"/>
              <a:t>Additional resources</a:t>
            </a:r>
            <a:endParaRPr lang="en-US" dirty="0"/>
          </a:p>
        </p:txBody>
      </p:sp>
    </p:spTree>
    <p:extLst>
      <p:ext uri="{BB962C8B-B14F-4D97-AF65-F5344CB8AC3E}">
        <p14:creationId xmlns:p14="http://schemas.microsoft.com/office/powerpoint/2010/main" val="446417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p:cNvSpPr txBox="1">
            <a:spLocks/>
          </p:cNvSpPr>
          <p:nvPr/>
        </p:nvSpPr>
        <p:spPr>
          <a:xfrm>
            <a:off x="274639" y="295274"/>
            <a:ext cx="11889564" cy="917575"/>
          </a:xfrm>
          <a:prstGeom prst="rect">
            <a:avLst/>
          </a:prstGeom>
        </p:spPr>
        <p:txBody>
          <a:bodyPr/>
          <a:lst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r>
              <a:rPr lang="en-US" sz="6000" dirty="0" smtClean="0">
                <a:gradFill>
                  <a:gsLst>
                    <a:gs pos="1087">
                      <a:schemeClr val="tx2"/>
                    </a:gs>
                    <a:gs pos="100000">
                      <a:schemeClr val="tx2"/>
                    </a:gs>
                  </a:gsLst>
                  <a:lin ang="5400000" scaled="0"/>
                </a:gradFill>
              </a:rPr>
              <a:t>Your Feedback is Important</a:t>
            </a:r>
            <a:endParaRPr lang="en-US" sz="6000" dirty="0">
              <a:gradFill>
                <a:gsLst>
                  <a:gs pos="1087">
                    <a:schemeClr val="tx2"/>
                  </a:gs>
                  <a:gs pos="100000">
                    <a:schemeClr val="tx2"/>
                  </a:gs>
                </a:gsLst>
                <a:lin ang="5400000" scaled="0"/>
              </a:gradFill>
            </a:endParaRPr>
          </a:p>
        </p:txBody>
      </p:sp>
      <p:sp>
        <p:nvSpPr>
          <p:cNvPr id="19" name="Text Placeholder 2"/>
          <p:cNvSpPr txBox="1">
            <a:spLocks/>
          </p:cNvSpPr>
          <p:nvPr/>
        </p:nvSpPr>
        <p:spPr>
          <a:xfrm>
            <a:off x="274638" y="1778483"/>
            <a:ext cx="11887200" cy="2175980"/>
          </a:xfrm>
          <a:prstGeom prst="rect">
            <a:avLst/>
          </a:prstGeom>
        </p:spPr>
        <p:txBody>
          <a:bodyPr lIns="182880" tIns="146304" rIns="182880" bIns="146304"/>
          <a:lstStyle>
            <a:lvl1pPr marL="342900" marR="0" indent="-3429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Font typeface="Wingdings" panose="05000000000000000000" pitchFamily="2" charset="2"/>
              <a:buNone/>
            </a:pPr>
            <a:r>
              <a:rPr lang="en-US" sz="3600" dirty="0" smtClean="0">
                <a:gradFill>
                  <a:gsLst>
                    <a:gs pos="5435">
                      <a:schemeClr val="tx1"/>
                    </a:gs>
                    <a:gs pos="100000">
                      <a:schemeClr val="tx1"/>
                    </a:gs>
                  </a:gsLst>
                  <a:lin ang="5400000" scaled="0"/>
                </a:gradFill>
              </a:rPr>
              <a:t>Fill out an evaluation of this session </a:t>
            </a:r>
            <a:br>
              <a:rPr lang="en-US" sz="3600" dirty="0" smtClean="0">
                <a:gradFill>
                  <a:gsLst>
                    <a:gs pos="5435">
                      <a:schemeClr val="tx1"/>
                    </a:gs>
                    <a:gs pos="100000">
                      <a:schemeClr val="tx1"/>
                    </a:gs>
                  </a:gsLst>
                  <a:lin ang="5400000" scaled="0"/>
                </a:gradFill>
              </a:rPr>
            </a:br>
            <a:r>
              <a:rPr lang="en-US" sz="3600" dirty="0" smtClean="0">
                <a:gradFill>
                  <a:gsLst>
                    <a:gs pos="5435">
                      <a:schemeClr val="tx1"/>
                    </a:gs>
                    <a:gs pos="100000">
                      <a:schemeClr val="tx1"/>
                    </a:gs>
                  </a:gsLst>
                  <a:lin ang="5400000" scaled="0"/>
                </a:gradFill>
              </a:rPr>
              <a:t>and help shape future events. </a:t>
            </a:r>
          </a:p>
          <a:p>
            <a:pPr marL="0" indent="0">
              <a:lnSpc>
                <a:spcPct val="80000"/>
              </a:lnSpc>
              <a:spcBef>
                <a:spcPts val="2200"/>
              </a:spcBef>
              <a:buFont typeface="Wingdings" panose="05000000000000000000" pitchFamily="2" charset="2"/>
              <a:buNone/>
            </a:pPr>
            <a:r>
              <a:rPr lang="en-US" sz="3600" dirty="0" smtClean="0">
                <a:gradFill>
                  <a:gsLst>
                    <a:gs pos="5435">
                      <a:schemeClr val="tx1"/>
                    </a:gs>
                    <a:gs pos="100000">
                      <a:schemeClr val="tx1"/>
                    </a:gs>
                  </a:gsLst>
                  <a:lin ang="5400000" scaled="0"/>
                </a:gradFill>
                <a:latin typeface="+mn-lt"/>
              </a:rPr>
              <a:t>Scan the QR code </a:t>
            </a:r>
            <a:r>
              <a:rPr lang="en-US" sz="3600" dirty="0" smtClean="0">
                <a:gradFill>
                  <a:gsLst>
                    <a:gs pos="5435">
                      <a:schemeClr val="tx1"/>
                    </a:gs>
                    <a:gs pos="100000">
                      <a:schemeClr val="tx1"/>
                    </a:gs>
                  </a:gsLst>
                  <a:lin ang="5400000" scaled="0"/>
                </a:gradFill>
              </a:rPr>
              <a:t>to evaluate </a:t>
            </a:r>
            <a:br>
              <a:rPr lang="en-US" sz="3600" dirty="0" smtClean="0">
                <a:gradFill>
                  <a:gsLst>
                    <a:gs pos="5435">
                      <a:schemeClr val="tx1"/>
                    </a:gs>
                    <a:gs pos="100000">
                      <a:schemeClr val="tx1"/>
                    </a:gs>
                  </a:gsLst>
                  <a:lin ang="5400000" scaled="0"/>
                </a:gradFill>
              </a:rPr>
            </a:br>
            <a:r>
              <a:rPr lang="en-US" sz="3600" dirty="0" smtClean="0">
                <a:gradFill>
                  <a:gsLst>
                    <a:gs pos="5435">
                      <a:schemeClr val="tx1"/>
                    </a:gs>
                    <a:gs pos="100000">
                      <a:schemeClr val="tx1"/>
                    </a:gs>
                  </a:gsLst>
                  <a:lin ang="5400000" scaled="0"/>
                </a:gradFill>
              </a:rPr>
              <a:t>this session on your mobile device. </a:t>
            </a:r>
          </a:p>
          <a:p>
            <a:pPr marL="0" indent="0">
              <a:spcBef>
                <a:spcPts val="1800"/>
              </a:spcBef>
              <a:buFont typeface="Wingdings" panose="05000000000000000000" pitchFamily="2" charset="2"/>
              <a:buNone/>
            </a:pPr>
            <a:r>
              <a:rPr lang="en-US" sz="3200" dirty="0" smtClean="0">
                <a:gradFill>
                  <a:gsLst>
                    <a:gs pos="3261">
                      <a:schemeClr val="tx2"/>
                    </a:gs>
                    <a:gs pos="100000">
                      <a:schemeClr val="tx2"/>
                    </a:gs>
                  </a:gsLst>
                  <a:lin ang="5400000" scaled="0"/>
                </a:gradFill>
                <a:latin typeface="+mn-lt"/>
              </a:rPr>
              <a:t>You’ll also be entered into </a:t>
            </a:r>
            <a:br>
              <a:rPr lang="en-US" sz="3200" dirty="0" smtClean="0">
                <a:gradFill>
                  <a:gsLst>
                    <a:gs pos="3261">
                      <a:schemeClr val="tx2"/>
                    </a:gs>
                    <a:gs pos="100000">
                      <a:schemeClr val="tx2"/>
                    </a:gs>
                  </a:gsLst>
                  <a:lin ang="5400000" scaled="0"/>
                </a:gradFill>
                <a:latin typeface="+mn-lt"/>
              </a:rPr>
            </a:br>
            <a:r>
              <a:rPr lang="en-US" sz="3200" dirty="0" smtClean="0">
                <a:gradFill>
                  <a:gsLst>
                    <a:gs pos="3261">
                      <a:schemeClr val="tx2"/>
                    </a:gs>
                    <a:gs pos="100000">
                      <a:schemeClr val="tx2"/>
                    </a:gs>
                  </a:gsLst>
                  <a:lin ang="5400000" scaled="0"/>
                </a:gradFill>
                <a:latin typeface="+mn-lt"/>
              </a:rPr>
              <a:t>a daily prize drawing!</a:t>
            </a:r>
            <a:endParaRPr lang="en-US" sz="3200" dirty="0">
              <a:gradFill>
                <a:gsLst>
                  <a:gs pos="3261">
                    <a:schemeClr val="tx2"/>
                  </a:gs>
                  <a:gs pos="100000">
                    <a:schemeClr val="tx2"/>
                  </a:gs>
                </a:gsLst>
                <a:lin ang="5400000" scaled="0"/>
              </a:gradFill>
              <a:latin typeface="+mn-lt"/>
            </a:endParaRPr>
          </a:p>
        </p:txBody>
      </p:sp>
      <p:pic>
        <p:nvPicPr>
          <p:cNvPr id="22" name="Pictur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04239" y="3027946"/>
            <a:ext cx="3657600" cy="3657600"/>
          </a:xfrm>
          <a:prstGeom prst="rect">
            <a:avLst/>
          </a:prstGeom>
          <a:ln>
            <a:solidFill>
              <a:srgbClr val="8C8C8C"/>
            </a:solidFill>
          </a:ln>
        </p:spPr>
      </p:pic>
      <p:sp>
        <p:nvSpPr>
          <p:cNvPr id="25" name="Freeform 24"/>
          <p:cNvSpPr>
            <a:spLocks noChangeAspect="1" noEditPoints="1"/>
          </p:cNvSpPr>
          <p:nvPr/>
        </p:nvSpPr>
        <p:spPr bwMode="black">
          <a:xfrm>
            <a:off x="475560" y="6103269"/>
            <a:ext cx="1639861" cy="411480"/>
          </a:xfrm>
          <a:custGeom>
            <a:avLst/>
            <a:gdLst>
              <a:gd name="T0" fmla="*/ 336 w 2176"/>
              <a:gd name="T1" fmla="*/ 2 h 546"/>
              <a:gd name="T2" fmla="*/ 269 w 2176"/>
              <a:gd name="T3" fmla="*/ 2 h 546"/>
              <a:gd name="T4" fmla="*/ 48 w 2176"/>
              <a:gd name="T5" fmla="*/ 538 h 546"/>
              <a:gd name="T6" fmla="*/ 2128 w 2176"/>
              <a:gd name="T7" fmla="*/ 2 h 546"/>
              <a:gd name="T8" fmla="*/ 2176 w 2176"/>
              <a:gd name="T9" fmla="*/ 2 h 546"/>
              <a:gd name="T10" fmla="*/ 1049 w 2176"/>
              <a:gd name="T11" fmla="*/ 175 h 546"/>
              <a:gd name="T12" fmla="*/ 1025 w 2176"/>
              <a:gd name="T13" fmla="*/ 454 h 546"/>
              <a:gd name="T14" fmla="*/ 937 w 2176"/>
              <a:gd name="T15" fmla="*/ 473 h 546"/>
              <a:gd name="T16" fmla="*/ 892 w 2176"/>
              <a:gd name="T17" fmla="*/ 384 h 546"/>
              <a:gd name="T18" fmla="*/ 809 w 2176"/>
              <a:gd name="T19" fmla="*/ 394 h 546"/>
              <a:gd name="T20" fmla="*/ 975 w 2176"/>
              <a:gd name="T21" fmla="*/ 540 h 546"/>
              <a:gd name="T22" fmla="*/ 1048 w 2176"/>
              <a:gd name="T23" fmla="*/ 482 h 546"/>
              <a:gd name="T24" fmla="*/ 1131 w 2176"/>
              <a:gd name="T25" fmla="*/ 536 h 546"/>
              <a:gd name="T26" fmla="*/ 1293 w 2176"/>
              <a:gd name="T27" fmla="*/ 14 h 546"/>
              <a:gd name="T28" fmla="*/ 1238 w 2176"/>
              <a:gd name="T29" fmla="*/ 3 h 546"/>
              <a:gd name="T30" fmla="*/ 1207 w 2176"/>
              <a:gd name="T31" fmla="*/ 48 h 546"/>
              <a:gd name="T32" fmla="*/ 1237 w 2176"/>
              <a:gd name="T33" fmla="*/ 91 h 546"/>
              <a:gd name="T34" fmla="*/ 1293 w 2176"/>
              <a:gd name="T35" fmla="*/ 81 h 546"/>
              <a:gd name="T36" fmla="*/ 1216 w 2176"/>
              <a:gd name="T37" fmla="*/ 536 h 546"/>
              <a:gd name="T38" fmla="*/ 1216 w 2176"/>
              <a:gd name="T39" fmla="*/ 175 h 546"/>
              <a:gd name="T40" fmla="*/ 1457 w 2176"/>
              <a:gd name="T41" fmla="*/ 536 h 546"/>
              <a:gd name="T42" fmla="*/ 1376 w 2176"/>
              <a:gd name="T43" fmla="*/ 536 h 546"/>
              <a:gd name="T44" fmla="*/ 729 w 2176"/>
              <a:gd name="T45" fmla="*/ 213 h 546"/>
              <a:gd name="T46" fmla="*/ 573 w 2176"/>
              <a:gd name="T47" fmla="*/ 163 h 546"/>
              <a:gd name="T48" fmla="*/ 491 w 2176"/>
              <a:gd name="T49" fmla="*/ 226 h 546"/>
              <a:gd name="T50" fmla="*/ 460 w 2176"/>
              <a:gd name="T51" fmla="*/ 2 h 546"/>
              <a:gd name="T52" fmla="*/ 489 w 2176"/>
              <a:gd name="T53" fmla="*/ 537 h 546"/>
              <a:gd name="T54" fmla="*/ 509 w 2176"/>
              <a:gd name="T55" fmla="*/ 512 h 546"/>
              <a:gd name="T56" fmla="*/ 596 w 2176"/>
              <a:gd name="T57" fmla="*/ 546 h 546"/>
              <a:gd name="T58" fmla="*/ 754 w 2176"/>
              <a:gd name="T59" fmla="*/ 423 h 546"/>
              <a:gd name="T60" fmla="*/ 671 w 2176"/>
              <a:gd name="T61" fmla="*/ 400 h 546"/>
              <a:gd name="T62" fmla="*/ 578 w 2176"/>
              <a:gd name="T63" fmla="*/ 478 h 546"/>
              <a:gd name="T64" fmla="*/ 495 w 2176"/>
              <a:gd name="T65" fmla="*/ 421 h 546"/>
              <a:gd name="T66" fmla="*/ 496 w 2176"/>
              <a:gd name="T67" fmla="*/ 291 h 546"/>
              <a:gd name="T68" fmla="*/ 586 w 2176"/>
              <a:gd name="T69" fmla="*/ 226 h 546"/>
              <a:gd name="T70" fmla="*/ 672 w 2176"/>
              <a:gd name="T71" fmla="*/ 293 h 546"/>
              <a:gd name="T72" fmla="*/ 1866 w 2176"/>
              <a:gd name="T73" fmla="*/ 2 h 546"/>
              <a:gd name="T74" fmla="*/ 1783 w 2176"/>
              <a:gd name="T75" fmla="*/ 220 h 546"/>
              <a:gd name="T76" fmla="*/ 1716 w 2176"/>
              <a:gd name="T77" fmla="*/ 171 h 546"/>
              <a:gd name="T78" fmla="*/ 1561 w 2176"/>
              <a:gd name="T79" fmla="*/ 220 h 546"/>
              <a:gd name="T80" fmla="*/ 1526 w 2176"/>
              <a:gd name="T81" fmla="*/ 443 h 546"/>
              <a:gd name="T82" fmla="*/ 1665 w 2176"/>
              <a:gd name="T83" fmla="*/ 546 h 546"/>
              <a:gd name="T84" fmla="*/ 1763 w 2176"/>
              <a:gd name="T85" fmla="*/ 507 h 546"/>
              <a:gd name="T86" fmla="*/ 1785 w 2176"/>
              <a:gd name="T87" fmla="*/ 537 h 546"/>
              <a:gd name="T88" fmla="*/ 1778 w 2176"/>
              <a:gd name="T89" fmla="*/ 413 h 546"/>
              <a:gd name="T90" fmla="*/ 1692 w 2176"/>
              <a:gd name="T91" fmla="*/ 479 h 546"/>
              <a:gd name="T92" fmla="*/ 1607 w 2176"/>
              <a:gd name="T93" fmla="*/ 414 h 546"/>
              <a:gd name="T94" fmla="*/ 1624 w 2176"/>
              <a:gd name="T95" fmla="*/ 269 h 546"/>
              <a:gd name="T96" fmla="*/ 1732 w 2176"/>
              <a:gd name="T97" fmla="*/ 241 h 546"/>
              <a:gd name="T98" fmla="*/ 1786 w 2176"/>
              <a:gd name="T99" fmla="*/ 326 h 5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76" h="546">
                <a:moveTo>
                  <a:pt x="163" y="538"/>
                </a:moveTo>
                <a:cubicBezTo>
                  <a:pt x="116" y="538"/>
                  <a:pt x="116" y="538"/>
                  <a:pt x="116" y="538"/>
                </a:cubicBezTo>
                <a:cubicBezTo>
                  <a:pt x="336" y="2"/>
                  <a:pt x="336" y="2"/>
                  <a:pt x="336" y="2"/>
                </a:cubicBezTo>
                <a:cubicBezTo>
                  <a:pt x="384" y="2"/>
                  <a:pt x="384" y="2"/>
                  <a:pt x="384" y="2"/>
                </a:cubicBezTo>
                <a:lnTo>
                  <a:pt x="163" y="538"/>
                </a:lnTo>
                <a:close/>
                <a:moveTo>
                  <a:pt x="269" y="2"/>
                </a:moveTo>
                <a:cubicBezTo>
                  <a:pt x="221" y="2"/>
                  <a:pt x="221" y="2"/>
                  <a:pt x="221" y="2"/>
                </a:cubicBezTo>
                <a:cubicBezTo>
                  <a:pt x="0" y="538"/>
                  <a:pt x="0" y="538"/>
                  <a:pt x="0" y="538"/>
                </a:cubicBezTo>
                <a:cubicBezTo>
                  <a:pt x="48" y="538"/>
                  <a:pt x="48" y="538"/>
                  <a:pt x="48" y="538"/>
                </a:cubicBezTo>
                <a:lnTo>
                  <a:pt x="269" y="2"/>
                </a:lnTo>
                <a:close/>
                <a:moveTo>
                  <a:pt x="2176" y="2"/>
                </a:moveTo>
                <a:cubicBezTo>
                  <a:pt x="2128" y="2"/>
                  <a:pt x="2128" y="2"/>
                  <a:pt x="2128" y="2"/>
                </a:cubicBezTo>
                <a:cubicBezTo>
                  <a:pt x="1908" y="538"/>
                  <a:pt x="1908" y="538"/>
                  <a:pt x="1908" y="538"/>
                </a:cubicBezTo>
                <a:cubicBezTo>
                  <a:pt x="1955" y="538"/>
                  <a:pt x="1955" y="538"/>
                  <a:pt x="1955" y="538"/>
                </a:cubicBezTo>
                <a:lnTo>
                  <a:pt x="2176" y="2"/>
                </a:lnTo>
                <a:close/>
                <a:moveTo>
                  <a:pt x="1131" y="536"/>
                </a:moveTo>
                <a:cubicBezTo>
                  <a:pt x="1131" y="175"/>
                  <a:pt x="1131" y="175"/>
                  <a:pt x="1131" y="175"/>
                </a:cubicBezTo>
                <a:cubicBezTo>
                  <a:pt x="1049" y="175"/>
                  <a:pt x="1049" y="175"/>
                  <a:pt x="1049" y="175"/>
                </a:cubicBezTo>
                <a:cubicBezTo>
                  <a:pt x="1049" y="384"/>
                  <a:pt x="1049" y="384"/>
                  <a:pt x="1049" y="384"/>
                </a:cubicBezTo>
                <a:cubicBezTo>
                  <a:pt x="1049" y="399"/>
                  <a:pt x="1047" y="412"/>
                  <a:pt x="1042" y="424"/>
                </a:cubicBezTo>
                <a:cubicBezTo>
                  <a:pt x="1038" y="436"/>
                  <a:pt x="1032" y="446"/>
                  <a:pt x="1025" y="454"/>
                </a:cubicBezTo>
                <a:cubicBezTo>
                  <a:pt x="1017" y="462"/>
                  <a:pt x="1009" y="468"/>
                  <a:pt x="999" y="472"/>
                </a:cubicBezTo>
                <a:cubicBezTo>
                  <a:pt x="989" y="476"/>
                  <a:pt x="978" y="478"/>
                  <a:pt x="967" y="478"/>
                </a:cubicBezTo>
                <a:cubicBezTo>
                  <a:pt x="956" y="478"/>
                  <a:pt x="946" y="476"/>
                  <a:pt x="937" y="473"/>
                </a:cubicBezTo>
                <a:cubicBezTo>
                  <a:pt x="927" y="470"/>
                  <a:pt x="920" y="464"/>
                  <a:pt x="913" y="457"/>
                </a:cubicBezTo>
                <a:cubicBezTo>
                  <a:pt x="906" y="449"/>
                  <a:pt x="901" y="440"/>
                  <a:pt x="897" y="428"/>
                </a:cubicBezTo>
                <a:cubicBezTo>
                  <a:pt x="894" y="416"/>
                  <a:pt x="892" y="401"/>
                  <a:pt x="892" y="384"/>
                </a:cubicBezTo>
                <a:cubicBezTo>
                  <a:pt x="892" y="175"/>
                  <a:pt x="892" y="175"/>
                  <a:pt x="892" y="175"/>
                </a:cubicBezTo>
                <a:cubicBezTo>
                  <a:pt x="809" y="175"/>
                  <a:pt x="809" y="175"/>
                  <a:pt x="809" y="175"/>
                </a:cubicBezTo>
                <a:cubicBezTo>
                  <a:pt x="809" y="394"/>
                  <a:pt x="809" y="394"/>
                  <a:pt x="809" y="394"/>
                </a:cubicBezTo>
                <a:cubicBezTo>
                  <a:pt x="809" y="444"/>
                  <a:pt x="821" y="482"/>
                  <a:pt x="843" y="507"/>
                </a:cubicBezTo>
                <a:cubicBezTo>
                  <a:pt x="865" y="532"/>
                  <a:pt x="897" y="545"/>
                  <a:pt x="939" y="545"/>
                </a:cubicBezTo>
                <a:cubicBezTo>
                  <a:pt x="951" y="545"/>
                  <a:pt x="963" y="543"/>
                  <a:pt x="975" y="540"/>
                </a:cubicBezTo>
                <a:cubicBezTo>
                  <a:pt x="986" y="537"/>
                  <a:pt x="996" y="532"/>
                  <a:pt x="1005" y="526"/>
                </a:cubicBezTo>
                <a:cubicBezTo>
                  <a:pt x="1014" y="521"/>
                  <a:pt x="1022" y="514"/>
                  <a:pt x="1029" y="506"/>
                </a:cubicBezTo>
                <a:cubicBezTo>
                  <a:pt x="1037" y="499"/>
                  <a:pt x="1043" y="490"/>
                  <a:pt x="1048" y="482"/>
                </a:cubicBezTo>
                <a:cubicBezTo>
                  <a:pt x="1049" y="482"/>
                  <a:pt x="1049" y="482"/>
                  <a:pt x="1049" y="482"/>
                </a:cubicBezTo>
                <a:cubicBezTo>
                  <a:pt x="1049" y="536"/>
                  <a:pt x="1049" y="536"/>
                  <a:pt x="1049" y="536"/>
                </a:cubicBezTo>
                <a:lnTo>
                  <a:pt x="1131" y="536"/>
                </a:lnTo>
                <a:close/>
                <a:moveTo>
                  <a:pt x="1307" y="48"/>
                </a:moveTo>
                <a:cubicBezTo>
                  <a:pt x="1307" y="41"/>
                  <a:pt x="1306" y="35"/>
                  <a:pt x="1303" y="29"/>
                </a:cubicBezTo>
                <a:cubicBezTo>
                  <a:pt x="1301" y="23"/>
                  <a:pt x="1297" y="18"/>
                  <a:pt x="1293" y="14"/>
                </a:cubicBezTo>
                <a:cubicBezTo>
                  <a:pt x="1288" y="9"/>
                  <a:pt x="1283" y="6"/>
                  <a:pt x="1277" y="3"/>
                </a:cubicBezTo>
                <a:cubicBezTo>
                  <a:pt x="1271" y="1"/>
                  <a:pt x="1264" y="0"/>
                  <a:pt x="1257" y="0"/>
                </a:cubicBezTo>
                <a:cubicBezTo>
                  <a:pt x="1250" y="0"/>
                  <a:pt x="1244" y="1"/>
                  <a:pt x="1238" y="3"/>
                </a:cubicBezTo>
                <a:cubicBezTo>
                  <a:pt x="1232" y="6"/>
                  <a:pt x="1226" y="9"/>
                  <a:pt x="1222" y="13"/>
                </a:cubicBezTo>
                <a:cubicBezTo>
                  <a:pt x="1217" y="18"/>
                  <a:pt x="1214" y="23"/>
                  <a:pt x="1211" y="29"/>
                </a:cubicBezTo>
                <a:cubicBezTo>
                  <a:pt x="1209" y="34"/>
                  <a:pt x="1207" y="41"/>
                  <a:pt x="1207" y="48"/>
                </a:cubicBezTo>
                <a:cubicBezTo>
                  <a:pt x="1207" y="54"/>
                  <a:pt x="1209" y="60"/>
                  <a:pt x="1211" y="66"/>
                </a:cubicBezTo>
                <a:cubicBezTo>
                  <a:pt x="1214" y="72"/>
                  <a:pt x="1217" y="77"/>
                  <a:pt x="1221" y="81"/>
                </a:cubicBezTo>
                <a:cubicBezTo>
                  <a:pt x="1226" y="85"/>
                  <a:pt x="1231" y="88"/>
                  <a:pt x="1237" y="91"/>
                </a:cubicBezTo>
                <a:cubicBezTo>
                  <a:pt x="1243" y="93"/>
                  <a:pt x="1250" y="95"/>
                  <a:pt x="1257" y="95"/>
                </a:cubicBezTo>
                <a:cubicBezTo>
                  <a:pt x="1264" y="95"/>
                  <a:pt x="1271" y="93"/>
                  <a:pt x="1277" y="91"/>
                </a:cubicBezTo>
                <a:cubicBezTo>
                  <a:pt x="1283" y="88"/>
                  <a:pt x="1289" y="85"/>
                  <a:pt x="1293" y="81"/>
                </a:cubicBezTo>
                <a:cubicBezTo>
                  <a:pt x="1297" y="77"/>
                  <a:pt x="1301" y="72"/>
                  <a:pt x="1303" y="66"/>
                </a:cubicBezTo>
                <a:cubicBezTo>
                  <a:pt x="1306" y="60"/>
                  <a:pt x="1307" y="54"/>
                  <a:pt x="1307" y="48"/>
                </a:cubicBezTo>
                <a:moveTo>
                  <a:pt x="1216" y="536"/>
                </a:moveTo>
                <a:cubicBezTo>
                  <a:pt x="1297" y="536"/>
                  <a:pt x="1297" y="536"/>
                  <a:pt x="1297" y="536"/>
                </a:cubicBezTo>
                <a:cubicBezTo>
                  <a:pt x="1297" y="175"/>
                  <a:pt x="1297" y="175"/>
                  <a:pt x="1297" y="175"/>
                </a:cubicBezTo>
                <a:cubicBezTo>
                  <a:pt x="1216" y="175"/>
                  <a:pt x="1216" y="175"/>
                  <a:pt x="1216" y="175"/>
                </a:cubicBezTo>
                <a:lnTo>
                  <a:pt x="1216" y="536"/>
                </a:lnTo>
                <a:close/>
                <a:moveTo>
                  <a:pt x="1376" y="536"/>
                </a:moveTo>
                <a:cubicBezTo>
                  <a:pt x="1457" y="536"/>
                  <a:pt x="1457" y="536"/>
                  <a:pt x="1457" y="536"/>
                </a:cubicBezTo>
                <a:cubicBezTo>
                  <a:pt x="1457" y="2"/>
                  <a:pt x="1457" y="2"/>
                  <a:pt x="1457" y="2"/>
                </a:cubicBezTo>
                <a:cubicBezTo>
                  <a:pt x="1376" y="2"/>
                  <a:pt x="1376" y="2"/>
                  <a:pt x="1376" y="2"/>
                </a:cubicBezTo>
                <a:lnTo>
                  <a:pt x="1376" y="536"/>
                </a:lnTo>
                <a:close/>
                <a:moveTo>
                  <a:pt x="765" y="342"/>
                </a:moveTo>
                <a:cubicBezTo>
                  <a:pt x="765" y="317"/>
                  <a:pt x="762" y="294"/>
                  <a:pt x="756" y="272"/>
                </a:cubicBezTo>
                <a:cubicBezTo>
                  <a:pt x="750" y="249"/>
                  <a:pt x="741" y="230"/>
                  <a:pt x="729" y="213"/>
                </a:cubicBezTo>
                <a:cubicBezTo>
                  <a:pt x="717" y="196"/>
                  <a:pt x="701" y="183"/>
                  <a:pt x="682" y="173"/>
                </a:cubicBezTo>
                <a:cubicBezTo>
                  <a:pt x="663" y="163"/>
                  <a:pt x="640" y="158"/>
                  <a:pt x="613" y="158"/>
                </a:cubicBezTo>
                <a:cubicBezTo>
                  <a:pt x="599" y="158"/>
                  <a:pt x="585" y="160"/>
                  <a:pt x="573" y="163"/>
                </a:cubicBezTo>
                <a:cubicBezTo>
                  <a:pt x="561" y="166"/>
                  <a:pt x="549" y="171"/>
                  <a:pt x="539" y="177"/>
                </a:cubicBezTo>
                <a:cubicBezTo>
                  <a:pt x="529" y="183"/>
                  <a:pt x="520" y="190"/>
                  <a:pt x="512" y="199"/>
                </a:cubicBezTo>
                <a:cubicBezTo>
                  <a:pt x="504" y="207"/>
                  <a:pt x="497" y="216"/>
                  <a:pt x="491" y="226"/>
                </a:cubicBezTo>
                <a:cubicBezTo>
                  <a:pt x="489" y="226"/>
                  <a:pt x="489" y="226"/>
                  <a:pt x="489" y="226"/>
                </a:cubicBezTo>
                <a:cubicBezTo>
                  <a:pt x="489" y="2"/>
                  <a:pt x="489" y="2"/>
                  <a:pt x="489" y="2"/>
                </a:cubicBezTo>
                <a:cubicBezTo>
                  <a:pt x="460" y="2"/>
                  <a:pt x="460" y="2"/>
                  <a:pt x="460" y="2"/>
                </a:cubicBezTo>
                <a:cubicBezTo>
                  <a:pt x="406" y="133"/>
                  <a:pt x="406" y="133"/>
                  <a:pt x="406" y="133"/>
                </a:cubicBezTo>
                <a:cubicBezTo>
                  <a:pt x="406" y="537"/>
                  <a:pt x="406" y="537"/>
                  <a:pt x="406" y="537"/>
                </a:cubicBezTo>
                <a:cubicBezTo>
                  <a:pt x="489" y="537"/>
                  <a:pt x="489" y="537"/>
                  <a:pt x="489" y="537"/>
                </a:cubicBezTo>
                <a:cubicBezTo>
                  <a:pt x="489" y="490"/>
                  <a:pt x="489" y="490"/>
                  <a:pt x="489" y="490"/>
                </a:cubicBezTo>
                <a:cubicBezTo>
                  <a:pt x="491" y="490"/>
                  <a:pt x="491" y="490"/>
                  <a:pt x="491" y="490"/>
                </a:cubicBezTo>
                <a:cubicBezTo>
                  <a:pt x="496" y="498"/>
                  <a:pt x="502" y="505"/>
                  <a:pt x="509" y="512"/>
                </a:cubicBezTo>
                <a:cubicBezTo>
                  <a:pt x="515" y="519"/>
                  <a:pt x="523" y="525"/>
                  <a:pt x="532" y="530"/>
                </a:cubicBezTo>
                <a:cubicBezTo>
                  <a:pt x="540" y="535"/>
                  <a:pt x="550" y="539"/>
                  <a:pt x="561" y="542"/>
                </a:cubicBezTo>
                <a:cubicBezTo>
                  <a:pt x="571" y="544"/>
                  <a:pt x="583" y="546"/>
                  <a:pt x="596" y="546"/>
                </a:cubicBezTo>
                <a:cubicBezTo>
                  <a:pt x="623" y="546"/>
                  <a:pt x="647" y="541"/>
                  <a:pt x="668" y="530"/>
                </a:cubicBezTo>
                <a:cubicBezTo>
                  <a:pt x="689" y="520"/>
                  <a:pt x="707" y="506"/>
                  <a:pt x="721" y="488"/>
                </a:cubicBezTo>
                <a:cubicBezTo>
                  <a:pt x="736" y="470"/>
                  <a:pt x="747" y="448"/>
                  <a:pt x="754" y="423"/>
                </a:cubicBezTo>
                <a:cubicBezTo>
                  <a:pt x="761" y="398"/>
                  <a:pt x="765" y="371"/>
                  <a:pt x="765" y="342"/>
                </a:cubicBezTo>
                <a:moveTo>
                  <a:pt x="678" y="341"/>
                </a:moveTo>
                <a:cubicBezTo>
                  <a:pt x="678" y="363"/>
                  <a:pt x="676" y="383"/>
                  <a:pt x="671" y="400"/>
                </a:cubicBezTo>
                <a:cubicBezTo>
                  <a:pt x="667" y="418"/>
                  <a:pt x="660" y="432"/>
                  <a:pt x="651" y="443"/>
                </a:cubicBezTo>
                <a:cubicBezTo>
                  <a:pt x="643" y="455"/>
                  <a:pt x="632" y="463"/>
                  <a:pt x="620" y="469"/>
                </a:cubicBezTo>
                <a:cubicBezTo>
                  <a:pt x="607" y="475"/>
                  <a:pt x="593" y="478"/>
                  <a:pt x="578" y="478"/>
                </a:cubicBezTo>
                <a:cubicBezTo>
                  <a:pt x="565" y="478"/>
                  <a:pt x="553" y="475"/>
                  <a:pt x="542" y="470"/>
                </a:cubicBezTo>
                <a:cubicBezTo>
                  <a:pt x="531" y="466"/>
                  <a:pt x="522" y="459"/>
                  <a:pt x="514" y="450"/>
                </a:cubicBezTo>
                <a:cubicBezTo>
                  <a:pt x="506" y="442"/>
                  <a:pt x="500" y="432"/>
                  <a:pt x="495" y="421"/>
                </a:cubicBezTo>
                <a:cubicBezTo>
                  <a:pt x="491" y="410"/>
                  <a:pt x="488" y="397"/>
                  <a:pt x="488" y="384"/>
                </a:cubicBezTo>
                <a:cubicBezTo>
                  <a:pt x="488" y="336"/>
                  <a:pt x="488" y="336"/>
                  <a:pt x="488" y="336"/>
                </a:cubicBezTo>
                <a:cubicBezTo>
                  <a:pt x="488" y="319"/>
                  <a:pt x="491" y="304"/>
                  <a:pt x="496" y="291"/>
                </a:cubicBezTo>
                <a:cubicBezTo>
                  <a:pt x="500" y="278"/>
                  <a:pt x="507" y="266"/>
                  <a:pt x="516" y="257"/>
                </a:cubicBezTo>
                <a:cubicBezTo>
                  <a:pt x="524" y="247"/>
                  <a:pt x="534" y="240"/>
                  <a:pt x="546" y="234"/>
                </a:cubicBezTo>
                <a:cubicBezTo>
                  <a:pt x="558" y="229"/>
                  <a:pt x="571" y="226"/>
                  <a:pt x="586" y="226"/>
                </a:cubicBezTo>
                <a:cubicBezTo>
                  <a:pt x="601" y="226"/>
                  <a:pt x="614" y="229"/>
                  <a:pt x="625" y="234"/>
                </a:cubicBezTo>
                <a:cubicBezTo>
                  <a:pt x="636" y="240"/>
                  <a:pt x="646" y="247"/>
                  <a:pt x="654" y="257"/>
                </a:cubicBezTo>
                <a:cubicBezTo>
                  <a:pt x="662" y="267"/>
                  <a:pt x="668" y="279"/>
                  <a:pt x="672" y="293"/>
                </a:cubicBezTo>
                <a:cubicBezTo>
                  <a:pt x="676" y="307"/>
                  <a:pt x="678" y="323"/>
                  <a:pt x="678" y="341"/>
                </a:cubicBezTo>
                <a:moveTo>
                  <a:pt x="1866" y="537"/>
                </a:moveTo>
                <a:cubicBezTo>
                  <a:pt x="1866" y="2"/>
                  <a:pt x="1866" y="2"/>
                  <a:pt x="1866" y="2"/>
                </a:cubicBezTo>
                <a:cubicBezTo>
                  <a:pt x="1785" y="2"/>
                  <a:pt x="1785" y="2"/>
                  <a:pt x="1785" y="2"/>
                </a:cubicBezTo>
                <a:cubicBezTo>
                  <a:pt x="1785" y="220"/>
                  <a:pt x="1785" y="220"/>
                  <a:pt x="1785" y="220"/>
                </a:cubicBezTo>
                <a:cubicBezTo>
                  <a:pt x="1783" y="220"/>
                  <a:pt x="1783" y="220"/>
                  <a:pt x="1783" y="220"/>
                </a:cubicBezTo>
                <a:cubicBezTo>
                  <a:pt x="1779" y="213"/>
                  <a:pt x="1773" y="206"/>
                  <a:pt x="1767" y="199"/>
                </a:cubicBezTo>
                <a:cubicBezTo>
                  <a:pt x="1760" y="192"/>
                  <a:pt x="1753" y="187"/>
                  <a:pt x="1744" y="182"/>
                </a:cubicBezTo>
                <a:cubicBezTo>
                  <a:pt x="1736" y="177"/>
                  <a:pt x="1726" y="173"/>
                  <a:pt x="1716" y="171"/>
                </a:cubicBezTo>
                <a:cubicBezTo>
                  <a:pt x="1705" y="168"/>
                  <a:pt x="1693" y="167"/>
                  <a:pt x="1681" y="167"/>
                </a:cubicBezTo>
                <a:cubicBezTo>
                  <a:pt x="1656" y="167"/>
                  <a:pt x="1633" y="171"/>
                  <a:pt x="1613" y="181"/>
                </a:cubicBezTo>
                <a:cubicBezTo>
                  <a:pt x="1592" y="190"/>
                  <a:pt x="1575" y="203"/>
                  <a:pt x="1561" y="220"/>
                </a:cubicBezTo>
                <a:cubicBezTo>
                  <a:pt x="1546" y="238"/>
                  <a:pt x="1535" y="259"/>
                  <a:pt x="1527" y="283"/>
                </a:cubicBezTo>
                <a:cubicBezTo>
                  <a:pt x="1519" y="308"/>
                  <a:pt x="1515" y="335"/>
                  <a:pt x="1515" y="365"/>
                </a:cubicBezTo>
                <a:cubicBezTo>
                  <a:pt x="1515" y="394"/>
                  <a:pt x="1519" y="420"/>
                  <a:pt x="1526" y="443"/>
                </a:cubicBezTo>
                <a:cubicBezTo>
                  <a:pt x="1534" y="465"/>
                  <a:pt x="1544" y="484"/>
                  <a:pt x="1558" y="500"/>
                </a:cubicBezTo>
                <a:cubicBezTo>
                  <a:pt x="1571" y="515"/>
                  <a:pt x="1587" y="526"/>
                  <a:pt x="1605" y="534"/>
                </a:cubicBezTo>
                <a:cubicBezTo>
                  <a:pt x="1624" y="542"/>
                  <a:pt x="1643" y="546"/>
                  <a:pt x="1665" y="546"/>
                </a:cubicBezTo>
                <a:cubicBezTo>
                  <a:pt x="1679" y="546"/>
                  <a:pt x="1693" y="544"/>
                  <a:pt x="1705" y="541"/>
                </a:cubicBezTo>
                <a:cubicBezTo>
                  <a:pt x="1717" y="538"/>
                  <a:pt x="1728" y="533"/>
                  <a:pt x="1737" y="528"/>
                </a:cubicBezTo>
                <a:cubicBezTo>
                  <a:pt x="1747" y="522"/>
                  <a:pt x="1756" y="515"/>
                  <a:pt x="1763" y="507"/>
                </a:cubicBezTo>
                <a:cubicBezTo>
                  <a:pt x="1771" y="499"/>
                  <a:pt x="1778" y="490"/>
                  <a:pt x="1783" y="480"/>
                </a:cubicBezTo>
                <a:cubicBezTo>
                  <a:pt x="1785" y="480"/>
                  <a:pt x="1785" y="480"/>
                  <a:pt x="1785" y="480"/>
                </a:cubicBezTo>
                <a:cubicBezTo>
                  <a:pt x="1785" y="537"/>
                  <a:pt x="1785" y="537"/>
                  <a:pt x="1785" y="537"/>
                </a:cubicBezTo>
                <a:lnTo>
                  <a:pt x="1866" y="537"/>
                </a:lnTo>
                <a:close/>
                <a:moveTo>
                  <a:pt x="1786" y="366"/>
                </a:moveTo>
                <a:cubicBezTo>
                  <a:pt x="1786" y="384"/>
                  <a:pt x="1783" y="399"/>
                  <a:pt x="1778" y="413"/>
                </a:cubicBezTo>
                <a:cubicBezTo>
                  <a:pt x="1773" y="427"/>
                  <a:pt x="1767" y="439"/>
                  <a:pt x="1758" y="449"/>
                </a:cubicBezTo>
                <a:cubicBezTo>
                  <a:pt x="1750" y="458"/>
                  <a:pt x="1740" y="466"/>
                  <a:pt x="1728" y="471"/>
                </a:cubicBezTo>
                <a:cubicBezTo>
                  <a:pt x="1717" y="476"/>
                  <a:pt x="1705" y="479"/>
                  <a:pt x="1692" y="479"/>
                </a:cubicBezTo>
                <a:cubicBezTo>
                  <a:pt x="1679" y="479"/>
                  <a:pt x="1667" y="477"/>
                  <a:pt x="1656" y="472"/>
                </a:cubicBezTo>
                <a:cubicBezTo>
                  <a:pt x="1644" y="467"/>
                  <a:pt x="1635" y="460"/>
                  <a:pt x="1626" y="450"/>
                </a:cubicBezTo>
                <a:cubicBezTo>
                  <a:pt x="1618" y="440"/>
                  <a:pt x="1612" y="428"/>
                  <a:pt x="1607" y="414"/>
                </a:cubicBezTo>
                <a:cubicBezTo>
                  <a:pt x="1602" y="399"/>
                  <a:pt x="1600" y="382"/>
                  <a:pt x="1600" y="363"/>
                </a:cubicBezTo>
                <a:cubicBezTo>
                  <a:pt x="1600" y="343"/>
                  <a:pt x="1602" y="325"/>
                  <a:pt x="1606" y="309"/>
                </a:cubicBezTo>
                <a:cubicBezTo>
                  <a:pt x="1610" y="294"/>
                  <a:pt x="1616" y="280"/>
                  <a:pt x="1624" y="269"/>
                </a:cubicBezTo>
                <a:cubicBezTo>
                  <a:pt x="1632" y="257"/>
                  <a:pt x="1642" y="249"/>
                  <a:pt x="1654" y="242"/>
                </a:cubicBezTo>
                <a:cubicBezTo>
                  <a:pt x="1667" y="236"/>
                  <a:pt x="1681" y="233"/>
                  <a:pt x="1697" y="233"/>
                </a:cubicBezTo>
                <a:cubicBezTo>
                  <a:pt x="1709" y="233"/>
                  <a:pt x="1721" y="236"/>
                  <a:pt x="1732" y="241"/>
                </a:cubicBezTo>
                <a:cubicBezTo>
                  <a:pt x="1743" y="245"/>
                  <a:pt x="1752" y="252"/>
                  <a:pt x="1760" y="260"/>
                </a:cubicBezTo>
                <a:cubicBezTo>
                  <a:pt x="1768" y="269"/>
                  <a:pt x="1774" y="279"/>
                  <a:pt x="1779" y="290"/>
                </a:cubicBezTo>
                <a:cubicBezTo>
                  <a:pt x="1783" y="301"/>
                  <a:pt x="1786" y="313"/>
                  <a:pt x="1786" y="326"/>
                </a:cubicBezTo>
                <a:lnTo>
                  <a:pt x="1786" y="366"/>
                </a:lnTo>
                <a:close/>
              </a:path>
            </a:pathLst>
          </a:custGeom>
          <a:solidFill>
            <a:srgbClr val="404040"/>
          </a:solidFill>
          <a:ln>
            <a:noFill/>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Tree>
    <p:extLst>
      <p:ext uri="{BB962C8B-B14F-4D97-AF65-F5344CB8AC3E}">
        <p14:creationId xmlns:p14="http://schemas.microsoft.com/office/powerpoint/2010/main" val="3939176111"/>
      </p:ext>
    </p:ext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blackWhite">
          <a:xfrm>
            <a:off x="273050" y="6079032"/>
            <a:ext cx="11888788" cy="618631"/>
          </a:xfrm>
          <a:prstGeom prst="rect">
            <a:avLst/>
          </a:prstGeom>
          <a:noFill/>
          <a:ln w="12700">
            <a:noFill/>
            <a:miter lim="800000"/>
            <a:headEnd type="none" w="sm" len="sm"/>
            <a:tailEnd type="none" w="sm" len="sm"/>
          </a:ln>
          <a:effectLst/>
        </p:spPr>
        <p:txBody>
          <a:bodyPr vert="horz" wrap="square" lIns="182880" tIns="146304" rIns="182880" bIns="146304" numCol="1" anchor="t" anchorCtr="0" compatLnSpc="1">
            <a:prstTxWarp prst="textNoShape">
              <a:avLst/>
            </a:prstTxWarp>
            <a:spAutoFit/>
          </a:bodyPr>
          <a:lstStyle/>
          <a:p>
            <a:pPr defTabSz="932290" eaLnBrk="0" hangingPunct="0"/>
            <a:r>
              <a:rPr lang="en-US" sz="700" dirty="0">
                <a:gradFill>
                  <a:gsLst>
                    <a:gs pos="0">
                      <a:srgbClr val="404040">
                        <a:lumMod val="75000"/>
                        <a:lumOff val="25000"/>
                      </a:srgbClr>
                    </a:gs>
                    <a:gs pos="100000">
                      <a:srgbClr val="404040">
                        <a:lumMod val="75000"/>
                        <a:lumOff val="25000"/>
                      </a:srgbClr>
                    </a:gs>
                  </a:gsLst>
                  <a:lin ang="5400000" scaled="0"/>
                </a:gradFill>
                <a:cs typeface="Segoe UI" pitchFamily="34" charset="0"/>
              </a:rPr>
              <a:t>© </a:t>
            </a:r>
            <a:r>
              <a:rPr lang="en-US" sz="700" dirty="0" smtClean="0">
                <a:gradFill>
                  <a:gsLst>
                    <a:gs pos="0">
                      <a:srgbClr val="404040">
                        <a:lumMod val="75000"/>
                        <a:lumOff val="25000"/>
                      </a:srgbClr>
                    </a:gs>
                    <a:gs pos="100000">
                      <a:srgbClr val="404040">
                        <a:lumMod val="75000"/>
                        <a:lumOff val="25000"/>
                      </a:srgbClr>
                    </a:gs>
                  </a:gsLst>
                  <a:lin ang="5400000" scaled="0"/>
                </a:gradFill>
                <a:cs typeface="Segoe UI" pitchFamily="34" charset="0"/>
              </a:rPr>
              <a:t>2014 </a:t>
            </a:r>
            <a:r>
              <a:rPr lang="en-US" sz="700" dirty="0">
                <a:gradFill>
                  <a:gsLst>
                    <a:gs pos="0">
                      <a:srgbClr val="404040">
                        <a:lumMod val="75000"/>
                        <a:lumOff val="25000"/>
                      </a:srgbClr>
                    </a:gs>
                    <a:gs pos="100000">
                      <a:srgbClr val="404040">
                        <a:lumMod val="75000"/>
                        <a:lumOff val="25000"/>
                      </a:srgbClr>
                    </a:gs>
                  </a:gsLst>
                  <a:lin ang="5400000" scaled="0"/>
                </a:gradFill>
                <a:cs typeface="Segoe UI" pitchFamily="34" charset="0"/>
              </a:rPr>
              <a:t>Microsoft Corporation. All rights reserved. Microsoft, Windows, Windows Vista and other product names are or may be registered trademarks and/or trademarks in the U.S. and/or other countries.</a:t>
            </a:r>
          </a:p>
          <a:p>
            <a:pPr defTabSz="932290" eaLnBrk="0" hangingPunct="0"/>
            <a:r>
              <a:rPr lang="en-US" sz="700" dirty="0">
                <a:gradFill>
                  <a:gsLst>
                    <a:gs pos="0">
                      <a:srgbClr val="404040">
                        <a:lumMod val="75000"/>
                        <a:lumOff val="25000"/>
                      </a:srgbClr>
                    </a:gs>
                    <a:gs pos="100000">
                      <a:srgbClr val="404040">
                        <a:lumMod val="75000"/>
                        <a:lumOff val="25000"/>
                      </a:srgbClr>
                    </a:gs>
                  </a:gsLst>
                  <a:lin ang="5400000" scaled="0"/>
                </a:gradFill>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pic>
        <p:nvPicPr>
          <p:cNvPr id="3" name="Picture 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9232" y="3103733"/>
            <a:ext cx="3687046" cy="787059"/>
          </a:xfrm>
          <a:prstGeom prst="rect">
            <a:avLst/>
          </a:prstGeom>
        </p:spPr>
      </p:pic>
    </p:spTree>
    <p:extLst>
      <p:ext uri="{BB962C8B-B14F-4D97-AF65-F5344CB8AC3E}">
        <p14:creationId xmlns:p14="http://schemas.microsoft.com/office/powerpoint/2010/main" val="1218762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5-30536_Build_2014_Breakout_Template_White_16x9">
  <a:themeElements>
    <a:clrScheme name="Build 2014">
      <a:dk1>
        <a:srgbClr val="404040"/>
      </a:dk1>
      <a:lt1>
        <a:srgbClr val="FFFFFF"/>
      </a:lt1>
      <a:dk2>
        <a:srgbClr val="00188F"/>
      </a:dk2>
      <a:lt2>
        <a:srgbClr val="FFFFFF"/>
      </a:lt2>
      <a:accent1>
        <a:srgbClr val="00188F"/>
      </a:accent1>
      <a:accent2>
        <a:srgbClr val="00BCF2"/>
      </a:accent2>
      <a:accent3>
        <a:srgbClr val="9B4F96"/>
      </a:accent3>
      <a:accent4>
        <a:srgbClr val="7FBA00"/>
      </a:accent4>
      <a:accent5>
        <a:srgbClr val="FF8C00"/>
      </a:accent5>
      <a:accent6>
        <a:srgbClr val="00D8CC"/>
      </a:accent6>
      <a:hlink>
        <a:srgbClr val="00BCF2"/>
      </a:hlink>
      <a:folHlink>
        <a:srgbClr val="00BCF2"/>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uild_2014_Template.potx" id="{39E59A6A-D504-4212-89A7-01891365F18E}" vid="{A4136940-2F30-4F5C-9ED6-88F2C49C1AE1}"/>
    </a:ext>
  </a:extLst>
</a:theme>
</file>

<file path=ppt/theme/theme2.xml><?xml version="1.0" encoding="utf-8"?>
<a:theme xmlns:a="http://schemas.openxmlformats.org/drawingml/2006/main" name="1_5-30536_Build_2014_Breakout_Template_Blue_16x9">
  <a:themeElements>
    <a:clrScheme name="Build 2014">
      <a:dk1>
        <a:srgbClr val="000000"/>
      </a:dk1>
      <a:lt1>
        <a:srgbClr val="FFFFFF"/>
      </a:lt1>
      <a:dk2>
        <a:srgbClr val="00188F"/>
      </a:dk2>
      <a:lt2>
        <a:srgbClr val="FFFFFF"/>
      </a:lt2>
      <a:accent1>
        <a:srgbClr val="00188F"/>
      </a:accent1>
      <a:accent2>
        <a:srgbClr val="00BCF2"/>
      </a:accent2>
      <a:accent3>
        <a:srgbClr val="9B4F96"/>
      </a:accent3>
      <a:accent4>
        <a:srgbClr val="7FBA00"/>
      </a:accent4>
      <a:accent5>
        <a:srgbClr val="FF8C00"/>
      </a:accent5>
      <a:accent6>
        <a:srgbClr val="00D8CC"/>
      </a:accent6>
      <a:hlink>
        <a:srgbClr val="00BCF2"/>
      </a:hlink>
      <a:folHlink>
        <a:srgbClr val="00BCF2"/>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3"/>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ctr" defTabSz="932472" fontAlgn="base">
          <a:lnSpc>
            <a:spcPct val="90000"/>
          </a:lnSpc>
          <a:spcBef>
            <a:spcPct val="0"/>
          </a:spcBef>
          <a:spcAft>
            <a:spcPct val="0"/>
          </a:spcAft>
          <a:defRPr sz="2400" dirty="0"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uild_2014_Template.potx" id="{39E59A6A-D504-4212-89A7-01891365F18E}" vid="{C5418590-2BCF-48C6-AF37-67DC4D4291A7}"/>
    </a:ext>
  </a:extLst>
</a:theme>
</file>

<file path=ppt/theme/theme3.xml><?xml version="1.0" encoding="utf-8"?>
<a:theme xmlns:a="http://schemas.openxmlformats.org/drawingml/2006/main" name="1_5-30536_Build_2014_Breakout_Template_White_16x9">
  <a:themeElements>
    <a:clrScheme name="Build 2014">
      <a:dk1>
        <a:srgbClr val="404040"/>
      </a:dk1>
      <a:lt1>
        <a:srgbClr val="FFFFFF"/>
      </a:lt1>
      <a:dk2>
        <a:srgbClr val="00188F"/>
      </a:dk2>
      <a:lt2>
        <a:srgbClr val="FFFFFF"/>
      </a:lt2>
      <a:accent1>
        <a:srgbClr val="00188F"/>
      </a:accent1>
      <a:accent2>
        <a:srgbClr val="00BCF2"/>
      </a:accent2>
      <a:accent3>
        <a:srgbClr val="9B4F96"/>
      </a:accent3>
      <a:accent4>
        <a:srgbClr val="7FBA00"/>
      </a:accent4>
      <a:accent5>
        <a:srgbClr val="FF8C00"/>
      </a:accent5>
      <a:accent6>
        <a:srgbClr val="00D8CC"/>
      </a:accent6>
      <a:hlink>
        <a:srgbClr val="00BCF2"/>
      </a:hlink>
      <a:folHlink>
        <a:srgbClr val="00BCF2"/>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uild_2014_Breakout_Template.potx" id="{AF7916F5-B6CE-4446-87D4-7A61BEF9288B}" vid="{F2E341AB-B1C9-4A03-98B5-82D7F8BB090B}"/>
    </a:ext>
  </a:extLst>
</a:theme>
</file>

<file path=ppt/theme/theme4.xml><?xml version="1.0" encoding="utf-8"?>
<a:theme xmlns:a="http://schemas.openxmlformats.org/drawingml/2006/main" name="2_5-30536_Build_2014_Breakout_Template_Blue_16x9">
  <a:themeElements>
    <a:clrScheme name="Build 2014">
      <a:dk1>
        <a:srgbClr val="000000"/>
      </a:dk1>
      <a:lt1>
        <a:srgbClr val="FFFFFF"/>
      </a:lt1>
      <a:dk2>
        <a:srgbClr val="00188F"/>
      </a:dk2>
      <a:lt2>
        <a:srgbClr val="FFFFFF"/>
      </a:lt2>
      <a:accent1>
        <a:srgbClr val="00188F"/>
      </a:accent1>
      <a:accent2>
        <a:srgbClr val="00BCF2"/>
      </a:accent2>
      <a:accent3>
        <a:srgbClr val="9B4F96"/>
      </a:accent3>
      <a:accent4>
        <a:srgbClr val="7FBA00"/>
      </a:accent4>
      <a:accent5>
        <a:srgbClr val="FF8C00"/>
      </a:accent5>
      <a:accent6>
        <a:srgbClr val="00D8CC"/>
      </a:accent6>
      <a:hlink>
        <a:srgbClr val="00BCF2"/>
      </a:hlink>
      <a:folHlink>
        <a:srgbClr val="00BCF2"/>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3"/>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ctr" defTabSz="932472" fontAlgn="base">
          <a:lnSpc>
            <a:spcPct val="90000"/>
          </a:lnSpc>
          <a:spcBef>
            <a:spcPct val="0"/>
          </a:spcBef>
          <a:spcAft>
            <a:spcPct val="0"/>
          </a:spcAft>
          <a:defRPr sz="2400" dirty="0"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uild_2014_Breakout_Template.potx" id="{AF7916F5-B6CE-4446-87D4-7A61BEF9288B}" vid="{C9130907-DA69-4142-9ECE-92E64A71CF56}"/>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PresentationsDoc" ma:contentTypeID="0x010100CBE8A0D253ED1A4AAAE93FF9B973EB7E0027C1F5D9CEFE6046B3BCA4D310D11AA7" ma:contentTypeVersion="25" ma:contentTypeDescription="" ma:contentTypeScope="" ma:versionID="59190252e8f6b8110360cee8e4044d5b">
  <xsd:schema xmlns:xsd="http://www.w3.org/2001/XMLSchema" xmlns:xs="http://www.w3.org/2001/XMLSchema" xmlns:p="http://schemas.microsoft.com/office/2006/metadata/properties" xmlns:ns1="http://schemas.microsoft.com/sharepoint/v3" xmlns:ns2="e36bfbf9-5e42-489c-a259-4c54eb22cb57" xmlns:ns3="230e9df3-be65-4c73-a93b-d1236ebd677e" targetNamespace="http://schemas.microsoft.com/office/2006/metadata/properties" ma:root="true" ma:fieldsID="ce62f3e539b6767ca1e323fb703a26fd" ns1:_="" ns2:_="" ns3:_="">
    <xsd:import namespace="http://schemas.microsoft.com/sharepoint/v3"/>
    <xsd:import namespace="e36bfbf9-5e42-489c-a259-4c54eb22cb57"/>
    <xsd:import namespace="230e9df3-be65-4c73-a93b-d1236ebd677e"/>
    <xsd:element name="properties">
      <xsd:complexType>
        <xsd:sequence>
          <xsd:element name="documentManagement">
            <xsd:complexType>
              <xsd:all>
                <xsd:element ref="ns2:i23d7ba649194ae1bace8707520bbe5b" minOccurs="0"/>
                <xsd:element ref="ns3:TaxCatchAll" minOccurs="0"/>
                <xsd:element ref="ns3:TaxCatchAllLabel" minOccurs="0"/>
                <xsd:element ref="ns2:l3c4e8b902d24cac82560b32d42c7cb4" minOccurs="0"/>
                <xsd:element ref="ns2:o359a72c0e394a2bbc3ef6c803acc180" minOccurs="0"/>
                <xsd:element ref="ns2:Event_x0020_Start_x0020_Date" minOccurs="0"/>
                <xsd:element ref="ns2:Event_x0020_End_x0020_Date" minOccurs="0"/>
                <xsd:element ref="ns2:Presentation_x0020_Date" minOccurs="0"/>
                <xsd:element ref="ns2:MS_x0020_Speaker" minOccurs="0"/>
                <xsd:element ref="ns2:External_x0020_Speaker" minOccurs="0"/>
                <xsd:element ref="ns2:o915802bd8fb417bbe5f6f423fd076a0" minOccurs="0"/>
                <xsd:element ref="ns2:g9dd8d57dc62470db6c80d9bb76f6f98" minOccurs="0"/>
                <xsd:element ref="ns2:ha6fe286c6b34f98b7bef39f1ccb86a0" minOccurs="0"/>
                <xsd:element ref="ns2:Session_x0020_Code" minOccurs="0"/>
                <xsd:element ref="ns2:MS_x0020_Content_x0020_Owner" minOccurs="0"/>
                <xsd:element ref="ns2:o05f84fa51b8493184c53e88c1048d4a" minOccurs="0"/>
                <xsd:element ref="ns2:SharedWithUsers" minOccurs="0"/>
                <xsd:element ref="ns3:TaxKeywordTaxHTField" minOccurs="0"/>
                <xsd:element ref="ns1:AverageRating" minOccurs="0"/>
                <xsd:element ref="ns1:RatingCount" minOccurs="0"/>
                <xsd:element ref="ns1:RatedBy" minOccurs="0"/>
                <xsd:element ref="ns1:Ratings" minOccurs="0"/>
                <xsd:element ref="ns1:LikesCount" minOccurs="0"/>
                <xsd:element ref="ns1:LikedB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34" nillable="true" ma:displayName="Rating (0-5)" ma:decimals="2" ma:description="Average value of all the ratings that have been submitted" ma:internalName="AverageRating" ma:readOnly="true">
      <xsd:simpleType>
        <xsd:restriction base="dms:Number"/>
      </xsd:simpleType>
    </xsd:element>
    <xsd:element name="RatingCount" ma:index="35" nillable="true" ma:displayName="Number of Ratings" ma:decimals="0" ma:description="Number of ratings submitted" ma:internalName="RatingCount" ma:readOnly="true">
      <xsd:simpleType>
        <xsd:restriction base="dms:Number"/>
      </xsd:simpleType>
    </xsd:element>
    <xsd:element name="RatedBy" ma:index="36" nillable="true" ma:displayName="Rated By" ma:description="Users rated the item." ma:hidden="true" ma:list="UserInfo" ma:internalName="Rat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atings" ma:index="37" nillable="true" ma:displayName="User ratings" ma:description="User ratings for the item" ma:hidden="true" ma:internalName="Ratings">
      <xsd:simpleType>
        <xsd:restriction base="dms:Note"/>
      </xsd:simpleType>
    </xsd:element>
    <xsd:element name="LikesCount" ma:index="38" nillable="true" ma:displayName="Number of Likes" ma:internalName="LikesCount">
      <xsd:simpleType>
        <xsd:restriction base="dms:Unknown"/>
      </xsd:simpleType>
    </xsd:element>
    <xsd:element name="LikedBy" ma:index="39" nillable="true" ma:displayName="Liked By" ma:hidden="true" ma:list="UserInfo" ma:internalName="Lik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e36bfbf9-5e42-489c-a259-4c54eb22cb57" elementFormDefault="qualified">
    <xsd:import namespace="http://schemas.microsoft.com/office/2006/documentManagement/types"/>
    <xsd:import namespace="http://schemas.microsoft.com/office/infopath/2007/PartnerControls"/>
    <xsd:element name="i23d7ba649194ae1bace8707520bbe5b" ma:index="8" nillable="true" ma:taxonomy="true" ma:internalName="i23d7ba649194ae1bace8707520bbe5b" ma:taxonomyFieldName="Event_x0020_Name" ma:displayName="Event Name" ma:default="" ma:fieldId="{223d7ba6-4919-4ae1-bace-8707520bbe5b}" ma:sspId="e385fb40-52d4-4fae-9c5b-3e8ff8a5878e" ma:termSetId="32cfb7b5-aebe-4989-95ed-0d5619f5d6c0" ma:anchorId="eaa4d92a-3824-4a49-92be-7ef169e4e325" ma:open="false" ma:isKeyword="false">
      <xsd:complexType>
        <xsd:sequence>
          <xsd:element ref="pc:Terms" minOccurs="0" maxOccurs="1"/>
        </xsd:sequence>
      </xsd:complexType>
    </xsd:element>
    <xsd:element name="l3c4e8b902d24cac82560b32d42c7cb4" ma:index="12" nillable="true" ma:taxonomy="true" ma:internalName="l3c4e8b902d24cac82560b32d42c7cb4" ma:taxonomyFieldName="Event_x0020_Location" ma:displayName="Event Location" ma:default="" ma:fieldId="{53c4e8b9-02d2-4cac-8256-0b32d42c7cb4}" ma:sspId="e385fb40-52d4-4fae-9c5b-3e8ff8a5878e" ma:termSetId="ff02addd-433e-4baa-a831-22be402789db" ma:anchorId="00000000-0000-0000-0000-000000000000" ma:open="false" ma:isKeyword="false">
      <xsd:complexType>
        <xsd:sequence>
          <xsd:element ref="pc:Terms" minOccurs="0" maxOccurs="1"/>
        </xsd:sequence>
      </xsd:complexType>
    </xsd:element>
    <xsd:element name="o359a72c0e394a2bbc3ef6c803acc180" ma:index="14" nillable="true" ma:taxonomy="true" ma:internalName="o359a72c0e394a2bbc3ef6c803acc180" ma:taxonomyFieldName="Event_x0020_Venue" ma:displayName="Event Venue" ma:default="" ma:fieldId="{8359a72c-0e39-4a2b-bc3e-f6c803acc180}" ma:sspId="e385fb40-52d4-4fae-9c5b-3e8ff8a5878e" ma:termSetId="ff02addd-433e-4baa-a831-22be402789db" ma:anchorId="d989be80-0593-11e1-be50-0800200c9a66" ma:open="false" ma:isKeyword="false">
      <xsd:complexType>
        <xsd:sequence>
          <xsd:element ref="pc:Terms" minOccurs="0" maxOccurs="1"/>
        </xsd:sequence>
      </xsd:complexType>
    </xsd:element>
    <xsd:element name="Event_x0020_Start_x0020_Date" ma:index="16" nillable="true" ma:displayName="Event Start Date" ma:format="DateOnly" ma:internalName="Event_x0020_Start_x0020_Date">
      <xsd:simpleType>
        <xsd:restriction base="dms:DateTime"/>
      </xsd:simpleType>
    </xsd:element>
    <xsd:element name="Event_x0020_End_x0020_Date" ma:index="17" nillable="true" ma:displayName="Event End Date" ma:format="DateOnly" ma:internalName="Event_x0020_End_x0020_Date">
      <xsd:simpleType>
        <xsd:restriction base="dms:DateTime"/>
      </xsd:simpleType>
    </xsd:element>
    <xsd:element name="Presentation_x0020_Date" ma:index="18" nillable="true" ma:displayName="Presentation Date" ma:format="DateOnly" ma:internalName="Presentation_x0020_Date">
      <xsd:simpleType>
        <xsd:restriction base="dms:DateTime"/>
      </xsd:simpleType>
    </xsd:element>
    <xsd:element name="MS_x0020_Speaker" ma:index="19" nillable="true" ma:displayName="MS Speaker" ma:list="UserInfo" ma:SharePointGroup="0" ma:internalName="MS_x0020_Speak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xternal_x0020_Speaker" ma:index="20" nillable="true" ma:displayName="External Speaker" ma:internalName="External_x0020_Speaker">
      <xsd:simpleType>
        <xsd:restriction base="dms:Text">
          <xsd:maxLength value="255"/>
        </xsd:restriction>
      </xsd:simpleType>
    </xsd:element>
    <xsd:element name="o915802bd8fb417bbe5f6f423fd076a0" ma:index="21" nillable="true" ma:taxonomy="true" ma:internalName="o915802bd8fb417bbe5f6f423fd076a0" ma:taxonomyFieldName="Audience1" ma:displayName="Audience" ma:default="" ma:fieldId="{8915802b-d8fb-417b-be5f-6f423fd076a0}" ma:taxonomyMulti="true" ma:sspId="e385fb40-52d4-4fae-9c5b-3e8ff8a5878e" ma:termSetId="02c0b350-7782-44ed-b079-a5ef0c1b9fe9" ma:anchorId="00000000-0000-0000-0000-000000000000" ma:open="false" ma:isKeyword="false">
      <xsd:complexType>
        <xsd:sequence>
          <xsd:element ref="pc:Terms" minOccurs="0" maxOccurs="1"/>
        </xsd:sequence>
      </xsd:complexType>
    </xsd:element>
    <xsd:element name="g9dd8d57dc62470db6c80d9bb76f6f98" ma:index="23" nillable="true" ma:taxonomy="true" ma:internalName="g9dd8d57dc62470db6c80d9bb76f6f98" ma:taxonomyFieldName="Product" ma:displayName="Product" ma:default="" ma:fieldId="{09dd8d57-dc62-470d-b6c8-0d9bb76f6f98}" ma:taxonomyMulti="true" ma:sspId="e385fb40-52d4-4fae-9c5b-3e8ff8a5878e" ma:termSetId="9bb0a48c-16c3-4e7a-9e9e-0bc708463e1a" ma:anchorId="00000000-0000-0000-0000-000000000000" ma:open="false" ma:isKeyword="false">
      <xsd:complexType>
        <xsd:sequence>
          <xsd:element ref="pc:Terms" minOccurs="0" maxOccurs="1"/>
        </xsd:sequence>
      </xsd:complexType>
    </xsd:element>
    <xsd:element name="ha6fe286c6b34f98b7bef39f1ccb86a0" ma:index="25" nillable="true" ma:taxonomy="true" ma:internalName="ha6fe286c6b34f98b7bef39f1ccb86a0" ma:taxonomyFieldName="Campaign" ma:displayName="Campaign" ma:default="" ma:fieldId="{1a6fe286-c6b3-4f98-b7be-f39f1ccb86a0}" ma:sspId="e385fb40-52d4-4fae-9c5b-3e8ff8a5878e" ma:termSetId="eb6054b1-3a98-4c79-97b4-d20150dd266e" ma:anchorId="00000000-0000-0000-0000-000000000000" ma:open="false" ma:isKeyword="false">
      <xsd:complexType>
        <xsd:sequence>
          <xsd:element ref="pc:Terms" minOccurs="0" maxOccurs="1"/>
        </xsd:sequence>
      </xsd:complexType>
    </xsd:element>
    <xsd:element name="Session_x0020_Code" ma:index="27" nillable="true" ma:displayName="Session Code" ma:internalName="Session_x0020_Code">
      <xsd:simpleType>
        <xsd:restriction base="dms:Text">
          <xsd:maxLength value="255"/>
        </xsd:restriction>
      </xsd:simpleType>
    </xsd:element>
    <xsd:element name="MS_x0020_Content_x0020_Owner" ma:index="28" nillable="true" ma:displayName="MS Content Owner" ma:list="UserInfo" ma:SharePointGroup="0" ma:internalName="MS_x0020_Content_x0020_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05f84fa51b8493184c53e88c1048d4a" ma:index="29" nillable="true" ma:taxonomy="true" ma:internalName="o05f84fa51b8493184c53e88c1048d4a" ma:taxonomyFieldName="Track" ma:displayName="Track" ma:default="" ma:fieldId="{805f84fa-51b8-4931-84c5-3e88c1048d4a}" ma:sspId="e385fb40-52d4-4fae-9c5b-3e8ff8a5878e" ma:termSetId="da6d8183-76e5-42e9-8164-851f077ee475" ma:anchorId="00000000-0000-0000-0000-000000000000" ma:open="true" ma:isKeyword="false">
      <xsd:complexType>
        <xsd:sequence>
          <xsd:element ref="pc:Terms" minOccurs="0" maxOccurs="1"/>
        </xsd:sequence>
      </xsd:complexType>
    </xsd:element>
    <xsd:element name="SharedWithUsers" ma:index="3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9" nillable="true" ma:displayName="Taxonomy Catch All Column" ma:hidden="true" ma:list="{7c5dec5b-b2d6-455d-9cd7-2e081f89458c}" ma:internalName="TaxCatchAll" ma:showField="CatchAllData" ma:web="e36bfbf9-5e42-489c-a259-4c54eb22cb57">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7c5dec5b-b2d6-455d-9cd7-2e081f89458c}" ma:internalName="TaxCatchAllLabel" ma:readOnly="true" ma:showField="CatchAllDataLabel" ma:web="e36bfbf9-5e42-489c-a259-4c54eb22cb57">
      <xsd:complexType>
        <xsd:complexContent>
          <xsd:extension base="dms:MultiChoiceLookup">
            <xsd:sequence>
              <xsd:element name="Value" type="dms:Lookup" maxOccurs="unbounded" minOccurs="0" nillable="true"/>
            </xsd:sequence>
          </xsd:extension>
        </xsd:complexContent>
      </xsd:complexType>
    </xsd:element>
    <xsd:element name="TaxKeywordTaxHTField" ma:index="33" nillable="true" ma:taxonomy="true" ma:internalName="TaxKeywordTaxHTField" ma:taxonomyFieldName="TaxKeyword" ma:displayName="Enterprise Keywords" ma:fieldId="{23f27201-bee3-471e-b2e7-b64fd8b7ca38}" ma:taxonomyMulti="true" ma:sspId="e385fb40-52d4-4fae-9c5b-3e8ff8a5878e" ma:termSetId="00000000-0000-0000-0000-000000000000" ma:anchorId="00000000-0000-0000-0000-000000000000" ma:open="true" ma:isKeyword="tru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230e9df3-be65-4c73-a93b-d1236ebd677e">
      <Value>27</Value>
      <Value>55</Value>
      <Value>28</Value>
      <Value>6</Value>
    </TaxCatchAll>
    <Event_x0020_End_x0020_Date xmlns="e36bfbf9-5e42-489c-a259-4c54eb22cb57">2014-04-04T07:00:00+00:00</Event_x0020_End_x0020_Date>
    <Event_x0020_Start_x0020_Date xmlns="e36bfbf9-5e42-489c-a259-4c54eb22cb57">2014-04-02T07:00:00+00:00</Event_x0020_Start_x0020_Date>
    <MS_x0020_Speaker xmlns="e36bfbf9-5e42-489c-a259-4c54eb22cb57">
      <UserInfo>
        <DisplayName/>
        <AccountId xsi:nil="true"/>
        <AccountType/>
      </UserInfo>
    </MS_x0020_Speaker>
    <External_x0020_Speaker xmlns="e36bfbf9-5e42-489c-a259-4c54eb22cb57">Harry Pierson</External_x0020_Speaker>
    <Session_x0020_Code xmlns="e36bfbf9-5e42-489c-a259-4c54eb22cb57">2-515</Session_x0020_Code>
    <Presentation_x0020_Date xmlns="e36bfbf9-5e42-489c-a259-4c54eb22cb57">2014-04-02T00:00:00-07:00</Presentation_x0020_Date>
    <MS_x0020_Content_x0020_Owner xmlns="e36bfbf9-5e42-489c-a259-4c54eb22cb57">
      <UserInfo>
        <DisplayName/>
        <AccountId xsi:nil="true"/>
        <AccountType/>
      </UserInfo>
    </MS_x0020_Content_x0020_Owner>
    <o359a72c0e394a2bbc3ef6c803acc180 xmlns="e36bfbf9-5e42-489c-a259-4c54eb22cb57">
      <Terms xmlns="http://schemas.microsoft.com/office/infopath/2007/PartnerControls">
        <TermInfo xmlns="http://schemas.microsoft.com/office/infopath/2007/PartnerControls">
          <TermName xmlns="http://schemas.microsoft.com/office/infopath/2007/PartnerControls">Moscone Center</TermName>
          <TermId xmlns="http://schemas.microsoft.com/office/infopath/2007/PartnerControls">d4f36a2e-dd0d-4424-990f-7c93b4e9f063</TermId>
        </TermInfo>
      </Terms>
    </o359a72c0e394a2bbc3ef6c803acc180>
    <o05f84fa51b8493184c53e88c1048d4a xmlns="e36bfbf9-5e42-489c-a259-4c54eb22cb57">
      <Terms xmlns="http://schemas.microsoft.com/office/infopath/2007/PartnerControls"/>
    </o05f84fa51b8493184c53e88c1048d4a>
    <g9dd8d57dc62470db6c80d9bb76f6f98 xmlns="e36bfbf9-5e42-489c-a259-4c54eb22cb57">
      <Terms xmlns="http://schemas.microsoft.com/office/infopath/2007/PartnerControls"/>
    </g9dd8d57dc62470db6c80d9bb76f6f98>
    <ha6fe286c6b34f98b7bef39f1ccb86a0 xmlns="e36bfbf9-5e42-489c-a259-4c54eb22cb57">
      <Terms xmlns="http://schemas.microsoft.com/office/infopath/2007/PartnerControls"/>
    </ha6fe286c6b34f98b7bef39f1ccb86a0>
    <o915802bd8fb417bbe5f6f423fd076a0 xmlns="e36bfbf9-5e42-489c-a259-4c54eb22cb57">
      <Terms xmlns="http://schemas.microsoft.com/office/infopath/2007/PartnerControls"/>
    </o915802bd8fb417bbe5f6f423fd076a0>
    <i23d7ba649194ae1bace8707520bbe5b xmlns="e36bfbf9-5e42-489c-a259-4c54eb22cb57">
      <Terms xmlns="http://schemas.microsoft.com/office/infopath/2007/PartnerControls">
        <TermInfo xmlns="http://schemas.microsoft.com/office/infopath/2007/PartnerControls">
          <TermName xmlns="http://schemas.microsoft.com/office/infopath/2007/PartnerControls">BUILD</TermName>
          <TermId xmlns="http://schemas.microsoft.com/office/infopath/2007/PartnerControls">58542b36-5bf5-46a6-a53f-a41fb7a73785</TermId>
        </TermInfo>
      </Terms>
    </i23d7ba649194ae1bace8707520bbe5b>
    <l3c4e8b902d24cac82560b32d42c7cb4 xmlns="e36bfbf9-5e42-489c-a259-4c54eb22cb57">
      <Terms xmlns="http://schemas.microsoft.com/office/infopath/2007/PartnerControls">
        <TermInfo xmlns="http://schemas.microsoft.com/office/infopath/2007/PartnerControls">
          <TermName xmlns="http://schemas.microsoft.com/office/infopath/2007/PartnerControls">San Francisco</TermName>
          <TermId xmlns="http://schemas.microsoft.com/office/infopath/2007/PartnerControls">84dfcb53-432b-499d-8965-93d483d36b4a</TermId>
        </TermInfo>
      </Terms>
    </l3c4e8b902d24cac82560b32d42c7cb4>
    <LikesCount xmlns="http://schemas.microsoft.com/sharepoint/v3" xsi:nil="true"/>
    <Ratings xmlns="http://schemas.microsoft.com/sharepoint/v3" xsi:nil="true"/>
    <LikedBy xmlns="http://schemas.microsoft.com/sharepoint/v3">
      <UserInfo>
        <DisplayName/>
        <AccountId xsi:nil="true"/>
        <AccountType/>
      </UserInfo>
    </LikedBy>
    <TaxKeywordTaxHTField xmlns="230e9df3-be65-4c73-a93b-d1236ebd677e">
      <Terms xmlns="http://schemas.microsoft.com/office/infopath/2007/PartnerControls">
        <TermInfo xmlns="http://schemas.microsoft.com/office/infopath/2007/PartnerControls">
          <TermName xmlns="http://schemas.microsoft.com/office/infopath/2007/PartnerControls">Build 2014</TermName>
          <TermId xmlns="http://schemas.microsoft.com/office/infopath/2007/PartnerControls">8770012f-d296-48ca-a06e-3861b41b8494</TermId>
        </TermInfo>
      </Terms>
    </TaxKeywordTaxHTField>
    <RatedBy xmlns="http://schemas.microsoft.com/sharepoint/v3">
      <UserInfo>
        <DisplayName/>
        <AccountId xsi:nil="true"/>
        <AccountType/>
      </UserInfo>
    </RatedBy>
  </documentManagement>
</p:properties>
</file>

<file path=customXml/itemProps1.xml><?xml version="1.0" encoding="utf-8"?>
<ds:datastoreItem xmlns:ds="http://schemas.openxmlformats.org/officeDocument/2006/customXml" ds:itemID="{08D1A452-E14D-4855-86D9-B23C243AD4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36bfbf9-5e42-489c-a259-4c54eb22cb57"/>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3.xml><?xml version="1.0" encoding="utf-8"?>
<ds:datastoreItem xmlns:ds="http://schemas.openxmlformats.org/officeDocument/2006/customXml" ds:itemID="{F990F116-B58F-4255-B05B-DA3808E0E5C6}">
  <ds:schemaRefs>
    <ds:schemaRef ds:uri="e36bfbf9-5e42-489c-a259-4c54eb22cb57"/>
    <ds:schemaRef ds:uri="http://schemas.microsoft.com/office/2006/documentManagement/types"/>
    <ds:schemaRef ds:uri="http://schemas.microsoft.com/sharepoint/v3"/>
    <ds:schemaRef ds:uri="http://purl.org/dc/elements/1.1/"/>
    <ds:schemaRef ds:uri="http://purl.org/dc/terms/"/>
    <ds:schemaRef ds:uri="http://schemas.openxmlformats.org/package/2006/metadata/core-properties"/>
    <ds:schemaRef ds:uri="http://schemas.microsoft.com/office/2006/metadata/properties"/>
    <ds:schemaRef ds:uri="http://purl.org/dc/dcmitype/"/>
    <ds:schemaRef ds:uri="http://www.w3.org/XML/1998/namespace"/>
    <ds:schemaRef ds:uri="http://schemas.microsoft.com/office/infopath/2007/PartnerControls"/>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Build_2014_Template</Template>
  <TotalTime>16</TotalTime>
  <Words>2320</Words>
  <Application>Microsoft Office PowerPoint</Application>
  <PresentationFormat>Custom</PresentationFormat>
  <Paragraphs>153</Paragraphs>
  <Slides>30</Slides>
  <Notes>14</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30</vt:i4>
      </vt:variant>
    </vt:vector>
  </HeadingPairs>
  <TitlesOfParts>
    <vt:vector size="43" baseType="lpstr">
      <vt:lpstr>ＭＳ Ｐゴシック</vt:lpstr>
      <vt:lpstr>Arial</vt:lpstr>
      <vt:lpstr>Avenir LT Pro 45 Book</vt:lpstr>
      <vt:lpstr>Calibri</vt:lpstr>
      <vt:lpstr>Consolas</vt:lpstr>
      <vt:lpstr>Segoe Semibold</vt:lpstr>
      <vt:lpstr>Segoe UI</vt:lpstr>
      <vt:lpstr>Segoe UI Light</vt:lpstr>
      <vt:lpstr>Wingdings</vt:lpstr>
      <vt:lpstr>5-30536_Build_2014_Breakout_Template_White_16x9</vt:lpstr>
      <vt:lpstr>1_5-30536_Build_2014_Breakout_Template_Blue_16x9</vt:lpstr>
      <vt:lpstr>1_5-30536_Build_2014_Breakout_Template_White_16x9</vt:lpstr>
      <vt:lpstr>2_5-30536_Build_2014_Breakout_Template_Blue_16x9</vt:lpstr>
      <vt:lpstr>PowerPoint Presentation</vt:lpstr>
      <vt:lpstr>Respecting your Investments:  How to Leverage your Existing Code  in a New Windows Runtime LOB App </vt:lpstr>
      <vt:lpstr>PowerPoint Presentation</vt:lpstr>
      <vt:lpstr>PowerPoint Presentation</vt:lpstr>
      <vt:lpstr>PowerPoint Presentation</vt:lpstr>
      <vt:lpstr>Windows 8.1 Update 1 lets you leverage existing LOB app code while taking advantage of new tablet form factors.</vt:lpstr>
      <vt:lpstr>Agenda </vt:lpstr>
      <vt:lpstr>Side-loaded Windows Runtime apps may now communicate with other processes running on the system.</vt:lpstr>
      <vt:lpstr>PowerPoint Presentation</vt:lpstr>
      <vt:lpstr>PowerPoint Presentation</vt:lpstr>
      <vt:lpstr>PowerPoint Presentation</vt:lpstr>
      <vt:lpstr>Use network loopback for inter-process communication.</vt:lpstr>
      <vt:lpstr>The firewall that isolates WinRT apps from the loopback adapter can be disabled to enable inter-process communication.</vt:lpstr>
      <vt:lpstr>Firewall isolates Windows Runtime apps</vt:lpstr>
      <vt:lpstr>Admins can disable the firewall</vt:lpstr>
      <vt:lpstr>Mechanisms to disable the firewall</vt:lpstr>
      <vt:lpstr>Demos</vt:lpstr>
      <vt:lpstr>Access the full power of Windows from using Brokered WinRT Components.</vt:lpstr>
      <vt:lpstr>Brokered WinRT Components get activated in a separate process outside of app container.  </vt:lpstr>
      <vt:lpstr>WinRT Components in Desktop Process</vt:lpstr>
      <vt:lpstr>Brokered WinRT components require a globally registered proxy/stub for cross process communication. </vt:lpstr>
      <vt:lpstr>Activatable brokered WinRT components have to be registered manually in the appx manifest.</vt:lpstr>
      <vt:lpstr>.AppXManifest Declaration</vt:lpstr>
      <vt:lpstr>Demo</vt:lpstr>
      <vt:lpstr>Network Loopback vs. Brokered WinRT</vt:lpstr>
      <vt:lpstr>Windows 8.1 Update 1 lets you leverage existing code while taking advantage of new tablet form factors.</vt:lpstr>
      <vt:lpstr>Side-loaded Windows Runtime apps may communicate with other processes.</vt:lpstr>
      <vt:lpstr>Additional resources</vt:lpstr>
      <vt:lpstr>PowerPoint Presentation</vt:lpstr>
      <vt:lpstr>PowerPoint Presentation</vt:lpstr>
    </vt:vector>
  </TitlesOfParts>
  <Manager>&lt;Speech writer name goes here&gt;</Manager>
  <Company>MS Events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Respecting Your Investments: How to Leverage Your Existing Code In a New Windows Runtime LOB App</dc:title>
  <dc:subject>Build 2014</dc:subject>
  <dc:creator>Administrator</dc:creator>
  <cp:keywords>Build 2014</cp:keywords>
  <dc:description>Template: Mitchell Derrey, Silver Fox Productions
Formatting: 
Event Dates: April 2nd - 4th, 2014
Event Location: Moscone Conference Center, San Francisco, CA
Audience Type: Internal</dc:description>
  <cp:lastModifiedBy>Administrator</cp:lastModifiedBy>
  <cp:revision>4</cp:revision>
  <dcterms:created xsi:type="dcterms:W3CDTF">2014-04-01T23:26:48Z</dcterms:created>
  <dcterms:modified xsi:type="dcterms:W3CDTF">2014-04-02T21:53:17Z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0x010100CBE8A0D253ED1A4AAAE93FF9B973EB7E0027C1F5D9CEFE6046B3BCA4D310D11AA7</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28;#Moscone Center|d4f36a2e-dd0d-4424-990f-7c93b4e9f063</vt:lpwstr>
  </property>
  <property fmtid="{D5CDD505-2E9C-101B-9397-08002B2CF9AE}" pid="7" name="Track">
    <vt:lpwstr/>
  </property>
  <property fmtid="{D5CDD505-2E9C-101B-9397-08002B2CF9AE}" pid="8" name="Event Location">
    <vt:lpwstr>6;#San Francisco|84dfcb53-432b-499d-8965-93d483d36b4a</vt:lpwstr>
  </property>
  <property fmtid="{D5CDD505-2E9C-101B-9397-08002B2CF9AE}" pid="9" name="Campaign">
    <vt:lpwstr/>
  </property>
  <property fmtid="{D5CDD505-2E9C-101B-9397-08002B2CF9AE}" pid="10" name="Audience1">
    <vt:lpwstr/>
  </property>
  <property fmtid="{D5CDD505-2E9C-101B-9397-08002B2CF9AE}" pid="11" name="Event Name">
    <vt:lpwstr>27;#BUILD|58542b36-5bf5-46a6-a53f-a41fb7a73785</vt:lpwstr>
  </property>
  <property fmtid="{D5CDD505-2E9C-101B-9397-08002B2CF9AE}" pid="12" name="TaxKeyword">
    <vt:lpwstr>55;#Build 2014|8770012f-d296-48ca-a06e-3861b41b8494</vt:lpwstr>
  </property>
</Properties>
</file>